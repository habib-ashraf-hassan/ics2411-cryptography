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Unbounded SemiBold"/>
      <p:regular r:id="rId46"/>
      <p:bold r:id="rId47"/>
    </p:embeddedFont>
    <p:embeddedFont>
      <p:font typeface="Work Sans Medium"/>
      <p:regular r:id="rId48"/>
      <p:bold r:id="rId49"/>
      <p:italic r:id="rId50"/>
      <p:boldItalic r:id="rId51"/>
    </p:embeddedFont>
    <p:embeddedFont>
      <p:font typeface="Work Sans"/>
      <p:regular r:id="rId52"/>
      <p:bold r:id="rId53"/>
      <p:italic r:id="rId54"/>
      <p:boldItalic r:id="rId55"/>
    </p:embeddedFont>
    <p:embeddedFont>
      <p:font typeface="Unbounded"/>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UnboundedSemiBold-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WorkSansMedium-regular.fntdata"/><Relationship Id="rId47" Type="http://schemas.openxmlformats.org/officeDocument/2006/relationships/font" Target="fonts/UnboundedSemiBold-bold.fntdata"/><Relationship Id="rId49" Type="http://schemas.openxmlformats.org/officeDocument/2006/relationships/font" Target="fonts/WorkSansMedium-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WorkSansMedium-boldItalic.fntdata"/><Relationship Id="rId50" Type="http://schemas.openxmlformats.org/officeDocument/2006/relationships/font" Target="fonts/WorkSansMedium-italic.fntdata"/><Relationship Id="rId53" Type="http://schemas.openxmlformats.org/officeDocument/2006/relationships/font" Target="fonts/WorkSans-bold.fntdata"/><Relationship Id="rId52" Type="http://schemas.openxmlformats.org/officeDocument/2006/relationships/font" Target="fonts/WorkSans-regular.fntdata"/><Relationship Id="rId11" Type="http://schemas.openxmlformats.org/officeDocument/2006/relationships/slide" Target="slides/slide6.xml"/><Relationship Id="rId55" Type="http://schemas.openxmlformats.org/officeDocument/2006/relationships/font" Target="fonts/WorkSans-boldItalic.fntdata"/><Relationship Id="rId10" Type="http://schemas.openxmlformats.org/officeDocument/2006/relationships/slide" Target="slides/slide5.xml"/><Relationship Id="rId54" Type="http://schemas.openxmlformats.org/officeDocument/2006/relationships/font" Target="fonts/WorkSans-italic.fntdata"/><Relationship Id="rId13" Type="http://schemas.openxmlformats.org/officeDocument/2006/relationships/slide" Target="slides/slide8.xml"/><Relationship Id="rId57" Type="http://schemas.openxmlformats.org/officeDocument/2006/relationships/font" Target="fonts/Unbounded-bold.fntdata"/><Relationship Id="rId12" Type="http://schemas.openxmlformats.org/officeDocument/2006/relationships/slide" Target="slides/slide7.xml"/><Relationship Id="rId56" Type="http://schemas.openxmlformats.org/officeDocument/2006/relationships/font" Target="fonts/Unbounded-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3f3cc91461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3f3cc91461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3f3cc91461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3f3cc91461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3f3cc91461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3f3cc91461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3f3cc91461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3f3cc91461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3f3cc91461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3f3cc91461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3f3cc91461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3f3cc91461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3f3cc91461_0_1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3f3cc91461_0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3f3cc91461_0_1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3f3cc91461_0_1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3f3cc91461_0_1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3f3cc91461_0_1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3f3cc91461_0_1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3f3cc91461_0_1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3f3cc91461_0_1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3f3cc91461_0_1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3f3cc91461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3f3cc91461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3f3cc91461_0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3f3cc91461_0_1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3f3cc91461_0_1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3f3cc91461_0_1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3f3cc91461_0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3f3cc91461_0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3f3cc91461_0_1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33f3cc91461_0_1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3f3cc91461_0_1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3f3cc91461_0_1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3f3cc91461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3f3cc91461_0_1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3f3cc91461_0_1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3f3cc91461_0_1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3f3cc91461_0_1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3f3cc91461_0_1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3f3cc91461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3f3cc91461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3f3cc91461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3f3cc91461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3f3cc91461_0_1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3f3cc91461_0_1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3f3cc91461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3f3cc91461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3f3cc91461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3f3cc91461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3f3cc91461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3f3cc91461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3f3cc91461_0_1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3f3cc91461_0_1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3f3cc91461_0_1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3f3cc91461_0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3f3cc91461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3f3cc91461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3f3cc91461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3f3cc91461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3f3cc91461_0_1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3f3cc91461_0_1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3f3cc91461_0_1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3f3cc91461_0_1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3f3cc91461_0_1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3f3cc91461_0_1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3f3cc91461_0_1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33f3cc91461_0_1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3f3cc91461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3f3cc91461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3f3cc91461_0_1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3f3cc91461_0_1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3f3cc91461_0_1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3f3cc91461_0_1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3f3cc91461_0_1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33f3cc91461_0_1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3f3cc91461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3f3cc91461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3f3cc91461_0_1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33f3cc91461_0_1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4999086" y="314238"/>
            <a:ext cx="3867278" cy="5117184"/>
            <a:chOff x="4999086" y="314238"/>
            <a:chExt cx="3867278" cy="5117184"/>
          </a:xfrm>
        </p:grpSpPr>
        <p:sp>
          <p:nvSpPr>
            <p:cNvPr id="11" name="Google Shape;11;p2"/>
            <p:cNvSpPr/>
            <p:nvPr/>
          </p:nvSpPr>
          <p:spPr>
            <a:xfrm rot="-2279872">
              <a:off x="5390488" y="3101850"/>
              <a:ext cx="1938496" cy="1938444"/>
            </a:xfrm>
            <a:prstGeom prst="star4">
              <a:avLst>
                <a:gd fmla="val 2731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2" name="Google Shape;12;p2"/>
            <p:cNvSpPr/>
            <p:nvPr/>
          </p:nvSpPr>
          <p:spPr>
            <a:xfrm rot="-9001516">
              <a:off x="6992089" y="433587"/>
              <a:ext cx="1242950" cy="2861501"/>
            </a:xfrm>
            <a:prstGeom prst="trapezoid">
              <a:avLst>
                <a:gd fmla="val 1648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13" name="Google Shape;13;p2"/>
          <p:cNvSpPr txBox="1"/>
          <p:nvPr>
            <p:ph type="title"/>
          </p:nvPr>
        </p:nvSpPr>
        <p:spPr>
          <a:xfrm>
            <a:off x="328350" y="991800"/>
            <a:ext cx="8487300" cy="315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4" name="Google Shape;14;p2"/>
          <p:cNvSpPr txBox="1"/>
          <p:nvPr>
            <p:ph idx="1" type="subTitle"/>
          </p:nvPr>
        </p:nvSpPr>
        <p:spPr>
          <a:xfrm>
            <a:off x="1568850" y="3519600"/>
            <a:ext cx="6006300" cy="5031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Font typeface="Work Sans"/>
              <a:buNone/>
              <a:defRPr sz="28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 name="Google Shape;17;p2"/>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 name="Google Shape;18;p2"/>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2">
    <p:spTree>
      <p:nvGrpSpPr>
        <p:cNvPr id="19" name="Shape 19"/>
        <p:cNvGrpSpPr/>
        <p:nvPr/>
      </p:nvGrpSpPr>
      <p:grpSpPr>
        <a:xfrm>
          <a:off x="0" y="0"/>
          <a:ext cx="0" cy="0"/>
          <a:chOff x="0" y="0"/>
          <a:chExt cx="0" cy="0"/>
        </a:xfrm>
      </p:grpSpPr>
      <p:sp>
        <p:nvSpPr>
          <p:cNvPr id="20" name="Google Shape;20;p3"/>
          <p:cNvSpPr txBox="1"/>
          <p:nvPr>
            <p:ph type="title"/>
          </p:nvPr>
        </p:nvSpPr>
        <p:spPr>
          <a:xfrm>
            <a:off x="328350" y="340600"/>
            <a:ext cx="8487300" cy="446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5600"/>
              <a:buNone/>
              <a:defRPr>
                <a:solidFill>
                  <a:schemeClr val="lt2"/>
                </a:solidFill>
              </a:defRPr>
            </a:lvl1pPr>
            <a:lvl2pPr lvl="1" algn="ctr">
              <a:spcBef>
                <a:spcPts val="0"/>
              </a:spcBef>
              <a:spcAft>
                <a:spcPts val="0"/>
              </a:spcAft>
              <a:buClr>
                <a:schemeClr val="lt2"/>
              </a:buClr>
              <a:buSzPts val="5600"/>
              <a:buNone/>
              <a:defRPr>
                <a:solidFill>
                  <a:schemeClr val="lt2"/>
                </a:solidFill>
              </a:defRPr>
            </a:lvl2pPr>
            <a:lvl3pPr lvl="2" algn="ctr">
              <a:spcBef>
                <a:spcPts val="0"/>
              </a:spcBef>
              <a:spcAft>
                <a:spcPts val="0"/>
              </a:spcAft>
              <a:buClr>
                <a:schemeClr val="lt2"/>
              </a:buClr>
              <a:buSzPts val="5600"/>
              <a:buNone/>
              <a:defRPr>
                <a:solidFill>
                  <a:schemeClr val="lt2"/>
                </a:solidFill>
              </a:defRPr>
            </a:lvl3pPr>
            <a:lvl4pPr lvl="3" algn="ctr">
              <a:spcBef>
                <a:spcPts val="0"/>
              </a:spcBef>
              <a:spcAft>
                <a:spcPts val="0"/>
              </a:spcAft>
              <a:buClr>
                <a:schemeClr val="lt2"/>
              </a:buClr>
              <a:buSzPts val="5600"/>
              <a:buNone/>
              <a:defRPr>
                <a:solidFill>
                  <a:schemeClr val="lt2"/>
                </a:solidFill>
              </a:defRPr>
            </a:lvl4pPr>
            <a:lvl5pPr lvl="4" algn="ctr">
              <a:spcBef>
                <a:spcPts val="0"/>
              </a:spcBef>
              <a:spcAft>
                <a:spcPts val="0"/>
              </a:spcAft>
              <a:buClr>
                <a:schemeClr val="lt2"/>
              </a:buClr>
              <a:buSzPts val="5600"/>
              <a:buNone/>
              <a:defRPr>
                <a:solidFill>
                  <a:schemeClr val="lt2"/>
                </a:solidFill>
              </a:defRPr>
            </a:lvl5pPr>
            <a:lvl6pPr lvl="5" algn="ctr">
              <a:spcBef>
                <a:spcPts val="0"/>
              </a:spcBef>
              <a:spcAft>
                <a:spcPts val="0"/>
              </a:spcAft>
              <a:buClr>
                <a:schemeClr val="lt2"/>
              </a:buClr>
              <a:buSzPts val="5600"/>
              <a:buNone/>
              <a:defRPr>
                <a:solidFill>
                  <a:schemeClr val="lt2"/>
                </a:solidFill>
              </a:defRPr>
            </a:lvl6pPr>
            <a:lvl7pPr lvl="6" algn="ctr">
              <a:spcBef>
                <a:spcPts val="0"/>
              </a:spcBef>
              <a:spcAft>
                <a:spcPts val="0"/>
              </a:spcAft>
              <a:buClr>
                <a:schemeClr val="lt2"/>
              </a:buClr>
              <a:buSzPts val="5600"/>
              <a:buNone/>
              <a:defRPr>
                <a:solidFill>
                  <a:schemeClr val="lt2"/>
                </a:solidFill>
              </a:defRPr>
            </a:lvl7pPr>
            <a:lvl8pPr lvl="7" algn="ctr">
              <a:spcBef>
                <a:spcPts val="0"/>
              </a:spcBef>
              <a:spcAft>
                <a:spcPts val="0"/>
              </a:spcAft>
              <a:buClr>
                <a:schemeClr val="lt2"/>
              </a:buClr>
              <a:buSzPts val="5600"/>
              <a:buNone/>
              <a:defRPr>
                <a:solidFill>
                  <a:schemeClr val="lt2"/>
                </a:solidFill>
              </a:defRPr>
            </a:lvl8pPr>
            <a:lvl9pPr lvl="8" algn="ctr">
              <a:spcBef>
                <a:spcPts val="0"/>
              </a:spcBef>
              <a:spcAft>
                <a:spcPts val="0"/>
              </a:spcAft>
              <a:buClr>
                <a:schemeClr val="lt2"/>
              </a:buClr>
              <a:buSzPts val="5600"/>
              <a:buNone/>
              <a:defRPr>
                <a:solidFill>
                  <a:schemeClr val="lt2"/>
                </a:solidFill>
              </a:defRPr>
            </a:lvl9pPr>
          </a:lstStyle>
          <a:p/>
        </p:txBody>
      </p:sp>
      <p:sp>
        <p:nvSpPr>
          <p:cNvPr id="21" name="Google Shape;21;p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3" name="Google Shape;23;p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4" name="Google Shape;24;p3"/>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2_1">
    <p:spTree>
      <p:nvGrpSpPr>
        <p:cNvPr id="25" name="Shape 25"/>
        <p:cNvGrpSpPr/>
        <p:nvPr/>
      </p:nvGrpSpPr>
      <p:grpSpPr>
        <a:xfrm>
          <a:off x="0" y="0"/>
          <a:ext cx="0" cy="0"/>
          <a:chOff x="0" y="0"/>
          <a:chExt cx="0" cy="0"/>
        </a:xfrm>
      </p:grpSpPr>
      <p:sp>
        <p:nvSpPr>
          <p:cNvPr id="26" name="Google Shape;26;p4"/>
          <p:cNvSpPr txBox="1"/>
          <p:nvPr>
            <p:ph type="title"/>
          </p:nvPr>
        </p:nvSpPr>
        <p:spPr>
          <a:xfrm>
            <a:off x="497038" y="160550"/>
            <a:ext cx="8487300" cy="1481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5600"/>
              <a:buNone/>
              <a:defRPr>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sp>
        <p:nvSpPr>
          <p:cNvPr id="27" name="Google Shape;27;p4"/>
          <p:cNvSpPr txBox="1"/>
          <p:nvPr>
            <p:ph idx="1" type="body"/>
          </p:nvPr>
        </p:nvSpPr>
        <p:spPr>
          <a:xfrm>
            <a:off x="2299588" y="3698375"/>
            <a:ext cx="4882200" cy="11559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8" name="Google Shape;28;p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 name="Google Shape;30;p4"/>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 name="Google Shape;31;p4"/>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grpSp>
        <p:nvGrpSpPr>
          <p:cNvPr id="32" name="Google Shape;32;p4"/>
          <p:cNvGrpSpPr/>
          <p:nvPr/>
        </p:nvGrpSpPr>
        <p:grpSpPr>
          <a:xfrm>
            <a:off x="998425" y="1025060"/>
            <a:ext cx="7835875" cy="2708700"/>
            <a:chOff x="998425" y="1025060"/>
            <a:chExt cx="7835875" cy="2708700"/>
          </a:xfrm>
        </p:grpSpPr>
        <p:sp>
          <p:nvSpPr>
            <p:cNvPr id="33" name="Google Shape;33;p4"/>
            <p:cNvSpPr/>
            <p:nvPr/>
          </p:nvSpPr>
          <p:spPr>
            <a:xfrm>
              <a:off x="998425" y="1439725"/>
              <a:ext cx="1892400" cy="1892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4" name="Google Shape;34;p4"/>
            <p:cNvSpPr/>
            <p:nvPr/>
          </p:nvSpPr>
          <p:spPr>
            <a:xfrm rot="-1771916">
              <a:off x="2791669" y="1477356"/>
              <a:ext cx="2112562" cy="1796048"/>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5" name="Google Shape;35;p4"/>
            <p:cNvSpPr/>
            <p:nvPr/>
          </p:nvSpPr>
          <p:spPr>
            <a:xfrm rot="-2298668">
              <a:off x="4591386" y="1562390"/>
              <a:ext cx="2302028" cy="16340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6" name="Google Shape;36;p4"/>
            <p:cNvSpPr/>
            <p:nvPr/>
          </p:nvSpPr>
          <p:spPr>
            <a:xfrm rot="-2566413">
              <a:off x="6390986" y="1686931"/>
              <a:ext cx="2271528" cy="1394952"/>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kshop benefits">
  <p:cSld name="CUSTOM_2_1_1">
    <p:spTree>
      <p:nvGrpSpPr>
        <p:cNvPr id="37" name="Shape 37"/>
        <p:cNvGrpSpPr/>
        <p:nvPr/>
      </p:nvGrpSpPr>
      <p:grpSpPr>
        <a:xfrm>
          <a:off x="0" y="0"/>
          <a:ext cx="0" cy="0"/>
          <a:chOff x="0" y="0"/>
          <a:chExt cx="0" cy="0"/>
        </a:xfrm>
      </p:grpSpPr>
      <p:sp>
        <p:nvSpPr>
          <p:cNvPr id="38" name="Google Shape;38;p5"/>
          <p:cNvSpPr/>
          <p:nvPr/>
        </p:nvSpPr>
        <p:spPr>
          <a:xfrm>
            <a:off x="100" y="-100"/>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9" name="Google Shape;39;p5"/>
          <p:cNvSpPr txBox="1"/>
          <p:nvPr>
            <p:ph type="title"/>
          </p:nvPr>
        </p:nvSpPr>
        <p:spPr>
          <a:xfrm>
            <a:off x="519750" y="145550"/>
            <a:ext cx="3908100" cy="289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0" name="Google Shape;40;p5"/>
          <p:cNvSpPr txBox="1"/>
          <p:nvPr>
            <p:ph idx="1" type="body"/>
          </p:nvPr>
        </p:nvSpPr>
        <p:spPr>
          <a:xfrm>
            <a:off x="519750" y="2142625"/>
            <a:ext cx="3622800" cy="1988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1" name="Google Shape;41;p5"/>
          <p:cNvSpPr txBox="1"/>
          <p:nvPr>
            <p:ph idx="2" type="subTitle"/>
          </p:nvPr>
        </p:nvSpPr>
        <p:spPr>
          <a:xfrm>
            <a:off x="5473534" y="7244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
          <p:cNvSpPr txBox="1"/>
          <p:nvPr>
            <p:ph idx="3" type="subTitle"/>
          </p:nvPr>
        </p:nvSpPr>
        <p:spPr>
          <a:xfrm>
            <a:off x="5473534" y="10091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4" type="subTitle"/>
          </p:nvPr>
        </p:nvSpPr>
        <p:spPr>
          <a:xfrm>
            <a:off x="5473534" y="15122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5" type="subTitle"/>
          </p:nvPr>
        </p:nvSpPr>
        <p:spPr>
          <a:xfrm>
            <a:off x="5473534" y="17969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6" type="subTitle"/>
          </p:nvPr>
        </p:nvSpPr>
        <p:spPr>
          <a:xfrm>
            <a:off x="5473534" y="23000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7" type="subTitle"/>
          </p:nvPr>
        </p:nvSpPr>
        <p:spPr>
          <a:xfrm>
            <a:off x="5473534" y="25847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
          <p:cNvSpPr txBox="1"/>
          <p:nvPr>
            <p:ph idx="8" type="subTitle"/>
          </p:nvPr>
        </p:nvSpPr>
        <p:spPr>
          <a:xfrm>
            <a:off x="5473534" y="30878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
          <p:cNvSpPr txBox="1"/>
          <p:nvPr>
            <p:ph idx="9" type="subTitle"/>
          </p:nvPr>
        </p:nvSpPr>
        <p:spPr>
          <a:xfrm>
            <a:off x="5473534" y="33725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5"/>
          <p:cNvSpPr txBox="1"/>
          <p:nvPr>
            <p:ph idx="13" type="subTitle"/>
          </p:nvPr>
        </p:nvSpPr>
        <p:spPr>
          <a:xfrm>
            <a:off x="5473534" y="38756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5"/>
          <p:cNvSpPr txBox="1"/>
          <p:nvPr>
            <p:ph idx="14" type="subTitle"/>
          </p:nvPr>
        </p:nvSpPr>
        <p:spPr>
          <a:xfrm>
            <a:off x="5473534" y="41603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txBox="1"/>
          <p:nvPr>
            <p:ph idx="15"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53" name="Google Shape;53;p5"/>
          <p:cNvSpPr txBox="1"/>
          <p:nvPr>
            <p:ph idx="16"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54" name="Google Shape;54;p5"/>
          <p:cNvSpPr txBox="1"/>
          <p:nvPr>
            <p:ph idx="17"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amp; context">
  <p:cSld name="CUSTOM_2_1_1_1">
    <p:spTree>
      <p:nvGrpSpPr>
        <p:cNvPr id="55" name="Shape 55"/>
        <p:cNvGrpSpPr/>
        <p:nvPr/>
      </p:nvGrpSpPr>
      <p:grpSpPr>
        <a:xfrm>
          <a:off x="0" y="0"/>
          <a:ext cx="0" cy="0"/>
          <a:chOff x="0" y="0"/>
          <a:chExt cx="0" cy="0"/>
        </a:xfrm>
      </p:grpSpPr>
      <p:sp>
        <p:nvSpPr>
          <p:cNvPr id="56" name="Google Shape;56;p6"/>
          <p:cNvSpPr/>
          <p:nvPr/>
        </p:nvSpPr>
        <p:spPr>
          <a:xfrm>
            <a:off x="-925" y="-100"/>
            <a:ext cx="4572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7" name="Google Shape;57;p6"/>
          <p:cNvSpPr txBox="1"/>
          <p:nvPr>
            <p:ph type="title"/>
          </p:nvPr>
        </p:nvSpPr>
        <p:spPr>
          <a:xfrm>
            <a:off x="519750" y="145550"/>
            <a:ext cx="3908100" cy="1453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8" name="Google Shape;58;p6"/>
          <p:cNvSpPr txBox="1"/>
          <p:nvPr>
            <p:ph idx="1" type="body"/>
          </p:nvPr>
        </p:nvSpPr>
        <p:spPr>
          <a:xfrm>
            <a:off x="519750" y="3804825"/>
            <a:ext cx="3908100" cy="1155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 name="Google Shape;59;p6"/>
          <p:cNvSpPr txBox="1"/>
          <p:nvPr>
            <p:ph idx="2" type="subTitle"/>
          </p:nvPr>
        </p:nvSpPr>
        <p:spPr>
          <a:xfrm>
            <a:off x="5473534" y="7244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
          <p:cNvSpPr txBox="1"/>
          <p:nvPr>
            <p:ph idx="3" type="subTitle"/>
          </p:nvPr>
        </p:nvSpPr>
        <p:spPr>
          <a:xfrm>
            <a:off x="5473534" y="10091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6"/>
          <p:cNvSpPr txBox="1"/>
          <p:nvPr>
            <p:ph idx="4" type="subTitle"/>
          </p:nvPr>
        </p:nvSpPr>
        <p:spPr>
          <a:xfrm>
            <a:off x="5473534" y="15122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
          <p:cNvSpPr txBox="1"/>
          <p:nvPr>
            <p:ph idx="5" type="subTitle"/>
          </p:nvPr>
        </p:nvSpPr>
        <p:spPr>
          <a:xfrm>
            <a:off x="5473534" y="17969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
          <p:cNvSpPr txBox="1"/>
          <p:nvPr>
            <p:ph idx="6" type="subTitle"/>
          </p:nvPr>
        </p:nvSpPr>
        <p:spPr>
          <a:xfrm>
            <a:off x="5473534" y="23000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
          <p:cNvSpPr txBox="1"/>
          <p:nvPr>
            <p:ph idx="7" type="subTitle"/>
          </p:nvPr>
        </p:nvSpPr>
        <p:spPr>
          <a:xfrm>
            <a:off x="5473534" y="25847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
          <p:cNvSpPr txBox="1"/>
          <p:nvPr>
            <p:ph idx="8" type="subTitle"/>
          </p:nvPr>
        </p:nvSpPr>
        <p:spPr>
          <a:xfrm>
            <a:off x="5473534" y="30878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6"/>
          <p:cNvSpPr txBox="1"/>
          <p:nvPr>
            <p:ph idx="9" type="subTitle"/>
          </p:nvPr>
        </p:nvSpPr>
        <p:spPr>
          <a:xfrm>
            <a:off x="5473534" y="33725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
          <p:cNvSpPr txBox="1"/>
          <p:nvPr>
            <p:ph idx="13" type="subTitle"/>
          </p:nvPr>
        </p:nvSpPr>
        <p:spPr>
          <a:xfrm>
            <a:off x="5473534" y="38756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6"/>
          <p:cNvSpPr txBox="1"/>
          <p:nvPr>
            <p:ph idx="14" type="subTitle"/>
          </p:nvPr>
        </p:nvSpPr>
        <p:spPr>
          <a:xfrm>
            <a:off x="5473534" y="41603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6"/>
          <p:cNvSpPr/>
          <p:nvPr>
            <p:ph idx="15" type="pic"/>
          </p:nvPr>
        </p:nvSpPr>
        <p:spPr>
          <a:xfrm>
            <a:off x="566862" y="1552585"/>
            <a:ext cx="3712200" cy="2051700"/>
          </a:xfrm>
          <a:prstGeom prst="ellipse">
            <a:avLst/>
          </a:prstGeom>
          <a:noFill/>
          <a:ln>
            <a:noFill/>
          </a:ln>
        </p:spPr>
      </p:sp>
      <p:sp>
        <p:nvSpPr>
          <p:cNvPr id="70" name="Google Shape;70;p6"/>
          <p:cNvSpPr/>
          <p:nvPr/>
        </p:nvSpPr>
        <p:spPr>
          <a:xfrm>
            <a:off x="-925" y="0"/>
            <a:ext cx="3483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txBox="1"/>
          <p:nvPr>
            <p:ph idx="16"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72" name="Google Shape;72;p6"/>
          <p:cNvSpPr txBox="1"/>
          <p:nvPr>
            <p:ph idx="17"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73" name="Google Shape;73;p6"/>
          <p:cNvSpPr txBox="1"/>
          <p:nvPr>
            <p:ph idx="18"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loyee 2">
  <p:cSld name="CUSTOM_2_1_1_1_1_1">
    <p:spTree>
      <p:nvGrpSpPr>
        <p:cNvPr id="74" name="Shape 74"/>
        <p:cNvGrpSpPr/>
        <p:nvPr/>
      </p:nvGrpSpPr>
      <p:grpSpPr>
        <a:xfrm>
          <a:off x="0" y="0"/>
          <a:ext cx="0" cy="0"/>
          <a:chOff x="0" y="0"/>
          <a:chExt cx="0" cy="0"/>
        </a:xfrm>
      </p:grpSpPr>
      <p:sp>
        <p:nvSpPr>
          <p:cNvPr id="75" name="Google Shape;75;p7"/>
          <p:cNvSpPr txBox="1"/>
          <p:nvPr>
            <p:ph idx="1" type="subTitle"/>
          </p:nvPr>
        </p:nvSpPr>
        <p:spPr>
          <a:xfrm>
            <a:off x="5630225" y="2866950"/>
            <a:ext cx="25182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7"/>
          <p:cNvSpPr txBox="1"/>
          <p:nvPr>
            <p:ph idx="2" type="subTitle"/>
          </p:nvPr>
        </p:nvSpPr>
        <p:spPr>
          <a:xfrm>
            <a:off x="4726800" y="30689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7" name="Google Shape;77;p7"/>
          <p:cNvSpPr txBox="1"/>
          <p:nvPr>
            <p:ph idx="3" type="subTitle"/>
          </p:nvPr>
        </p:nvSpPr>
        <p:spPr>
          <a:xfrm>
            <a:off x="8375975" y="30689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8" name="Google Shape;78;p7"/>
          <p:cNvSpPr/>
          <p:nvPr/>
        </p:nvSpPr>
        <p:spPr>
          <a:xfrm>
            <a:off x="347075" y="-100"/>
            <a:ext cx="4224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79" name="Google Shape;79;p7"/>
          <p:cNvSpPr/>
          <p:nvPr>
            <p:ph idx="4" type="pic"/>
          </p:nvPr>
        </p:nvSpPr>
        <p:spPr>
          <a:xfrm>
            <a:off x="825750" y="287000"/>
            <a:ext cx="3090900" cy="4569300"/>
          </a:xfrm>
          <a:prstGeom prst="ellipse">
            <a:avLst/>
          </a:prstGeom>
          <a:noFill/>
          <a:ln>
            <a:noFill/>
          </a:ln>
        </p:spPr>
      </p:sp>
      <p:sp>
        <p:nvSpPr>
          <p:cNvPr id="80" name="Google Shape;80;p7"/>
          <p:cNvSpPr txBox="1"/>
          <p:nvPr>
            <p:ph type="title"/>
          </p:nvPr>
        </p:nvSpPr>
        <p:spPr>
          <a:xfrm>
            <a:off x="4812175" y="192125"/>
            <a:ext cx="3989700" cy="89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81" name="Google Shape;81;p7"/>
          <p:cNvSpPr txBox="1"/>
          <p:nvPr>
            <p:ph idx="5" type="subTitle"/>
          </p:nvPr>
        </p:nvSpPr>
        <p:spPr>
          <a:xfrm>
            <a:off x="4804275" y="670082"/>
            <a:ext cx="3989700" cy="503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Work Sans"/>
              <a:buNone/>
              <a:defRPr sz="14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2" name="Google Shape;82;p7"/>
          <p:cNvSpPr/>
          <p:nvPr/>
        </p:nvSpPr>
        <p:spPr>
          <a:xfrm>
            <a:off x="5414389" y="3068847"/>
            <a:ext cx="2949900" cy="1578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txBox="1"/>
          <p:nvPr>
            <p:ph idx="6" type="subTitle"/>
          </p:nvPr>
        </p:nvSpPr>
        <p:spPr>
          <a:xfrm>
            <a:off x="5630225" y="3626750"/>
            <a:ext cx="25182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4" name="Google Shape;84;p7"/>
          <p:cNvSpPr txBox="1"/>
          <p:nvPr>
            <p:ph idx="7" type="subTitle"/>
          </p:nvPr>
        </p:nvSpPr>
        <p:spPr>
          <a:xfrm>
            <a:off x="4726800" y="38287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5" name="Google Shape;85;p7"/>
          <p:cNvSpPr txBox="1"/>
          <p:nvPr>
            <p:ph idx="8" type="subTitle"/>
          </p:nvPr>
        </p:nvSpPr>
        <p:spPr>
          <a:xfrm>
            <a:off x="8375975" y="38287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6" name="Google Shape;86;p7"/>
          <p:cNvSpPr/>
          <p:nvPr/>
        </p:nvSpPr>
        <p:spPr>
          <a:xfrm>
            <a:off x="5414389" y="3828647"/>
            <a:ext cx="2949900" cy="1578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txBox="1"/>
          <p:nvPr>
            <p:ph idx="9" type="subTitle"/>
          </p:nvPr>
        </p:nvSpPr>
        <p:spPr>
          <a:xfrm>
            <a:off x="5630225" y="4386550"/>
            <a:ext cx="25182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8" name="Google Shape;88;p7"/>
          <p:cNvSpPr txBox="1"/>
          <p:nvPr>
            <p:ph idx="13" type="subTitle"/>
          </p:nvPr>
        </p:nvSpPr>
        <p:spPr>
          <a:xfrm>
            <a:off x="4726800" y="45885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7"/>
          <p:cNvSpPr txBox="1"/>
          <p:nvPr>
            <p:ph idx="14" type="subTitle"/>
          </p:nvPr>
        </p:nvSpPr>
        <p:spPr>
          <a:xfrm>
            <a:off x="8375975" y="45885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0" name="Google Shape;90;p7"/>
          <p:cNvSpPr/>
          <p:nvPr/>
        </p:nvSpPr>
        <p:spPr>
          <a:xfrm>
            <a:off x="5414389" y="4588447"/>
            <a:ext cx="2949900" cy="1578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txBox="1"/>
          <p:nvPr>
            <p:ph idx="15"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94" name="Google Shape;94;p7"/>
          <p:cNvSpPr txBox="1"/>
          <p:nvPr>
            <p:ph idx="16"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95" name="Google Shape;95;p7"/>
          <p:cNvSpPr txBox="1"/>
          <p:nvPr>
            <p:ph idx="17"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tendees">
  <p:cSld name="CUSTOM_2_1_1_1_1_1_1">
    <p:spTree>
      <p:nvGrpSpPr>
        <p:cNvPr id="96" name="Shape 96"/>
        <p:cNvGrpSpPr/>
        <p:nvPr/>
      </p:nvGrpSpPr>
      <p:grpSpPr>
        <a:xfrm>
          <a:off x="0" y="0"/>
          <a:ext cx="0" cy="0"/>
          <a:chOff x="0" y="0"/>
          <a:chExt cx="0" cy="0"/>
        </a:xfrm>
      </p:grpSpPr>
      <p:sp>
        <p:nvSpPr>
          <p:cNvPr id="97" name="Google Shape;97;p8"/>
          <p:cNvSpPr txBox="1"/>
          <p:nvPr>
            <p:ph type="title"/>
          </p:nvPr>
        </p:nvSpPr>
        <p:spPr>
          <a:xfrm>
            <a:off x="328350" y="3596925"/>
            <a:ext cx="8487300" cy="1481400"/>
          </a:xfrm>
          <a:prstGeom prst="rect">
            <a:avLst/>
          </a:prstGeom>
        </p:spPr>
        <p:txBody>
          <a:bodyPr anchorCtr="0" anchor="b" bIns="91425" lIns="91425" spcFirstLastPara="1" rIns="91425" wrap="square" tIns="91425">
            <a:no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98" name="Google Shape;98;p8"/>
          <p:cNvSpPr/>
          <p:nvPr>
            <p:ph idx="2" type="pic"/>
          </p:nvPr>
        </p:nvSpPr>
        <p:spPr>
          <a:xfrm>
            <a:off x="739297" y="284052"/>
            <a:ext cx="865800" cy="865800"/>
          </a:xfrm>
          <a:prstGeom prst="teardrop">
            <a:avLst>
              <a:gd fmla="val 100000" name="adj"/>
            </a:avLst>
          </a:prstGeom>
          <a:noFill/>
          <a:ln>
            <a:noFill/>
          </a:ln>
        </p:spPr>
      </p:sp>
      <p:sp>
        <p:nvSpPr>
          <p:cNvPr id="99" name="Google Shape;99;p8"/>
          <p:cNvSpPr/>
          <p:nvPr>
            <p:ph idx="3" type="pic"/>
          </p:nvPr>
        </p:nvSpPr>
        <p:spPr>
          <a:xfrm>
            <a:off x="2382733" y="189500"/>
            <a:ext cx="1054800" cy="1054800"/>
          </a:xfrm>
          <a:prstGeom prst="diamond">
            <a:avLst/>
          </a:prstGeom>
          <a:noFill/>
          <a:ln>
            <a:noFill/>
          </a:ln>
        </p:spPr>
      </p:sp>
      <p:sp>
        <p:nvSpPr>
          <p:cNvPr id="100" name="Google Shape;100;p8"/>
          <p:cNvSpPr/>
          <p:nvPr>
            <p:ph idx="4" type="pic"/>
          </p:nvPr>
        </p:nvSpPr>
        <p:spPr>
          <a:xfrm>
            <a:off x="4120768" y="284052"/>
            <a:ext cx="1054800" cy="865800"/>
          </a:xfrm>
          <a:prstGeom prst="trapezoid">
            <a:avLst>
              <a:gd fmla="val 12350" name="adj"/>
            </a:avLst>
          </a:prstGeom>
          <a:noFill/>
          <a:ln>
            <a:noFill/>
          </a:ln>
        </p:spPr>
      </p:sp>
      <p:sp>
        <p:nvSpPr>
          <p:cNvPr id="101" name="Google Shape;101;p8"/>
          <p:cNvSpPr/>
          <p:nvPr>
            <p:ph idx="5" type="pic"/>
          </p:nvPr>
        </p:nvSpPr>
        <p:spPr>
          <a:xfrm>
            <a:off x="5757535" y="284052"/>
            <a:ext cx="1104900" cy="865800"/>
          </a:xfrm>
          <a:prstGeom prst="parallelogram">
            <a:avLst>
              <a:gd fmla="val 25000" name="adj"/>
            </a:avLst>
          </a:prstGeom>
          <a:noFill/>
          <a:ln>
            <a:noFill/>
          </a:ln>
        </p:spPr>
      </p:sp>
      <p:sp>
        <p:nvSpPr>
          <p:cNvPr id="102" name="Google Shape;102;p8"/>
          <p:cNvSpPr/>
          <p:nvPr>
            <p:ph idx="6" type="pic"/>
          </p:nvPr>
        </p:nvSpPr>
        <p:spPr>
          <a:xfrm>
            <a:off x="7564493" y="233549"/>
            <a:ext cx="966900" cy="966900"/>
          </a:xfrm>
          <a:prstGeom prst="pentagon">
            <a:avLst>
              <a:gd fmla="val 105146" name="hf"/>
              <a:gd fmla="val 110557" name="vf"/>
            </a:avLst>
          </a:prstGeom>
          <a:noFill/>
          <a:ln>
            <a:noFill/>
          </a:ln>
        </p:spPr>
      </p:sp>
      <p:sp>
        <p:nvSpPr>
          <p:cNvPr id="103" name="Google Shape;103;p8"/>
          <p:cNvSpPr/>
          <p:nvPr>
            <p:ph idx="7" type="pic"/>
          </p:nvPr>
        </p:nvSpPr>
        <p:spPr>
          <a:xfrm>
            <a:off x="739297" y="1634774"/>
            <a:ext cx="865800" cy="865800"/>
          </a:xfrm>
          <a:prstGeom prst="octagon">
            <a:avLst>
              <a:gd fmla="val 29289" name="adj"/>
            </a:avLst>
          </a:prstGeom>
          <a:noFill/>
          <a:ln>
            <a:noFill/>
          </a:ln>
        </p:spPr>
      </p:sp>
      <p:sp>
        <p:nvSpPr>
          <p:cNvPr id="104" name="Google Shape;104;p8"/>
          <p:cNvSpPr/>
          <p:nvPr>
            <p:ph idx="8" type="pic"/>
          </p:nvPr>
        </p:nvSpPr>
        <p:spPr>
          <a:xfrm>
            <a:off x="4215258" y="1634774"/>
            <a:ext cx="865800" cy="865800"/>
          </a:xfrm>
          <a:prstGeom prst="teardrop">
            <a:avLst>
              <a:gd fmla="val 100000" name="adj"/>
            </a:avLst>
          </a:prstGeom>
          <a:noFill/>
          <a:ln>
            <a:noFill/>
          </a:ln>
        </p:spPr>
      </p:sp>
      <p:sp>
        <p:nvSpPr>
          <p:cNvPr id="105" name="Google Shape;105;p8"/>
          <p:cNvSpPr/>
          <p:nvPr>
            <p:ph idx="9" type="pic"/>
          </p:nvPr>
        </p:nvSpPr>
        <p:spPr>
          <a:xfrm>
            <a:off x="2357763" y="1634774"/>
            <a:ext cx="1104900" cy="865800"/>
          </a:xfrm>
          <a:prstGeom prst="parallelogram">
            <a:avLst>
              <a:gd fmla="val 25000" name="adj"/>
            </a:avLst>
          </a:prstGeom>
          <a:noFill/>
          <a:ln>
            <a:noFill/>
          </a:ln>
        </p:spPr>
      </p:sp>
      <p:sp>
        <p:nvSpPr>
          <p:cNvPr id="106" name="Google Shape;106;p8"/>
          <p:cNvSpPr/>
          <p:nvPr>
            <p:ph idx="13" type="pic"/>
          </p:nvPr>
        </p:nvSpPr>
        <p:spPr>
          <a:xfrm>
            <a:off x="5826553" y="1584271"/>
            <a:ext cx="966900" cy="966900"/>
          </a:xfrm>
          <a:prstGeom prst="pentagon">
            <a:avLst>
              <a:gd fmla="val 105146" name="hf"/>
              <a:gd fmla="val 110557" name="vf"/>
            </a:avLst>
          </a:prstGeom>
          <a:noFill/>
          <a:ln>
            <a:noFill/>
          </a:ln>
        </p:spPr>
      </p:sp>
      <p:sp>
        <p:nvSpPr>
          <p:cNvPr id="107" name="Google Shape;107;p8"/>
          <p:cNvSpPr/>
          <p:nvPr>
            <p:ph idx="14" type="pic"/>
          </p:nvPr>
        </p:nvSpPr>
        <p:spPr>
          <a:xfrm>
            <a:off x="7489068" y="1634774"/>
            <a:ext cx="1104900" cy="865800"/>
          </a:xfrm>
          <a:prstGeom prst="parallelogram">
            <a:avLst>
              <a:gd fmla="val 25000" name="adj"/>
            </a:avLst>
          </a:prstGeom>
          <a:noFill/>
          <a:ln>
            <a:noFill/>
          </a:ln>
        </p:spPr>
      </p:sp>
      <p:sp>
        <p:nvSpPr>
          <p:cNvPr id="108" name="Google Shape;108;p8"/>
          <p:cNvSpPr/>
          <p:nvPr>
            <p:ph idx="15" type="pic"/>
          </p:nvPr>
        </p:nvSpPr>
        <p:spPr>
          <a:xfrm>
            <a:off x="688795" y="2890967"/>
            <a:ext cx="966900" cy="966900"/>
          </a:xfrm>
          <a:prstGeom prst="pentagon">
            <a:avLst>
              <a:gd fmla="val 105146" name="hf"/>
              <a:gd fmla="val 110557" name="vf"/>
            </a:avLst>
          </a:prstGeom>
          <a:noFill/>
          <a:ln>
            <a:noFill/>
          </a:ln>
        </p:spPr>
      </p:sp>
      <p:sp>
        <p:nvSpPr>
          <p:cNvPr id="109" name="Google Shape;109;p8"/>
          <p:cNvSpPr/>
          <p:nvPr>
            <p:ph idx="16" type="pic"/>
          </p:nvPr>
        </p:nvSpPr>
        <p:spPr>
          <a:xfrm>
            <a:off x="2373476" y="2941470"/>
            <a:ext cx="1054800" cy="865800"/>
          </a:xfrm>
          <a:prstGeom prst="trapezoid">
            <a:avLst>
              <a:gd fmla="val 12350" name="adj"/>
            </a:avLst>
          </a:prstGeom>
          <a:noFill/>
          <a:ln>
            <a:noFill/>
          </a:ln>
        </p:spPr>
      </p:sp>
      <p:sp>
        <p:nvSpPr>
          <p:cNvPr id="110" name="Google Shape;110;p8"/>
          <p:cNvSpPr/>
          <p:nvPr>
            <p:ph idx="17" type="pic"/>
          </p:nvPr>
        </p:nvSpPr>
        <p:spPr>
          <a:xfrm>
            <a:off x="4095749" y="2941470"/>
            <a:ext cx="1104900" cy="865800"/>
          </a:xfrm>
          <a:prstGeom prst="parallelogram">
            <a:avLst>
              <a:gd fmla="val 25000" name="adj"/>
            </a:avLst>
          </a:prstGeom>
          <a:noFill/>
          <a:ln>
            <a:noFill/>
          </a:ln>
        </p:spPr>
      </p:sp>
      <p:sp>
        <p:nvSpPr>
          <p:cNvPr id="111" name="Google Shape;111;p8"/>
          <p:cNvSpPr/>
          <p:nvPr>
            <p:ph idx="18" type="pic"/>
          </p:nvPr>
        </p:nvSpPr>
        <p:spPr>
          <a:xfrm>
            <a:off x="5877056" y="2941470"/>
            <a:ext cx="865800" cy="865800"/>
          </a:xfrm>
          <a:prstGeom prst="teardrop">
            <a:avLst>
              <a:gd fmla="val 100000" name="adj"/>
            </a:avLst>
          </a:prstGeom>
          <a:noFill/>
          <a:ln>
            <a:noFill/>
          </a:ln>
        </p:spPr>
      </p:sp>
      <p:sp>
        <p:nvSpPr>
          <p:cNvPr id="112" name="Google Shape;112;p8"/>
          <p:cNvSpPr/>
          <p:nvPr>
            <p:ph idx="19" type="pic"/>
          </p:nvPr>
        </p:nvSpPr>
        <p:spPr>
          <a:xfrm>
            <a:off x="7514039" y="2846918"/>
            <a:ext cx="1054800" cy="1054800"/>
          </a:xfrm>
          <a:prstGeom prst="diamond">
            <a:avLst/>
          </a:prstGeom>
          <a:noFill/>
          <a:ln>
            <a:noFill/>
          </a:ln>
        </p:spPr>
      </p:sp>
      <p:sp>
        <p:nvSpPr>
          <p:cNvPr id="113" name="Google Shape;113;p8"/>
          <p:cNvSpPr txBox="1"/>
          <p:nvPr>
            <p:ph idx="1" type="subTitle"/>
          </p:nvPr>
        </p:nvSpPr>
        <p:spPr>
          <a:xfrm>
            <a:off x="619775"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4" name="Google Shape;114;p8"/>
          <p:cNvSpPr txBox="1"/>
          <p:nvPr>
            <p:ph idx="20" type="subTitle"/>
          </p:nvPr>
        </p:nvSpPr>
        <p:spPr>
          <a:xfrm>
            <a:off x="2357761"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5" name="Google Shape;115;p8"/>
          <p:cNvSpPr txBox="1"/>
          <p:nvPr>
            <p:ph idx="21" type="subTitle"/>
          </p:nvPr>
        </p:nvSpPr>
        <p:spPr>
          <a:xfrm>
            <a:off x="4095747"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6" name="Google Shape;116;p8"/>
          <p:cNvSpPr txBox="1"/>
          <p:nvPr>
            <p:ph idx="22" type="subTitle"/>
          </p:nvPr>
        </p:nvSpPr>
        <p:spPr>
          <a:xfrm>
            <a:off x="5757534"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7" name="Google Shape;117;p8"/>
          <p:cNvSpPr txBox="1"/>
          <p:nvPr>
            <p:ph idx="23" type="subTitle"/>
          </p:nvPr>
        </p:nvSpPr>
        <p:spPr>
          <a:xfrm>
            <a:off x="7495520"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8" name="Google Shape;118;p8"/>
          <p:cNvSpPr txBox="1"/>
          <p:nvPr>
            <p:ph idx="24" type="subTitle"/>
          </p:nvPr>
        </p:nvSpPr>
        <p:spPr>
          <a:xfrm>
            <a:off x="619775"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9" name="Google Shape;119;p8"/>
          <p:cNvSpPr txBox="1"/>
          <p:nvPr>
            <p:ph idx="25" type="subTitle"/>
          </p:nvPr>
        </p:nvSpPr>
        <p:spPr>
          <a:xfrm>
            <a:off x="2357761"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0" name="Google Shape;120;p8"/>
          <p:cNvSpPr txBox="1"/>
          <p:nvPr>
            <p:ph idx="26" type="subTitle"/>
          </p:nvPr>
        </p:nvSpPr>
        <p:spPr>
          <a:xfrm>
            <a:off x="4095747"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1" name="Google Shape;121;p8"/>
          <p:cNvSpPr txBox="1"/>
          <p:nvPr>
            <p:ph idx="27" type="subTitle"/>
          </p:nvPr>
        </p:nvSpPr>
        <p:spPr>
          <a:xfrm>
            <a:off x="5757534"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2" name="Google Shape;122;p8"/>
          <p:cNvSpPr txBox="1"/>
          <p:nvPr>
            <p:ph idx="28" type="subTitle"/>
          </p:nvPr>
        </p:nvSpPr>
        <p:spPr>
          <a:xfrm>
            <a:off x="7495520"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3" name="Google Shape;123;p8"/>
          <p:cNvSpPr txBox="1"/>
          <p:nvPr>
            <p:ph idx="29" type="subTitle"/>
          </p:nvPr>
        </p:nvSpPr>
        <p:spPr>
          <a:xfrm>
            <a:off x="619775"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4" name="Google Shape;124;p8"/>
          <p:cNvSpPr txBox="1"/>
          <p:nvPr>
            <p:ph idx="30" type="subTitle"/>
          </p:nvPr>
        </p:nvSpPr>
        <p:spPr>
          <a:xfrm>
            <a:off x="2357761"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5" name="Google Shape;125;p8"/>
          <p:cNvSpPr txBox="1"/>
          <p:nvPr>
            <p:ph idx="31" type="subTitle"/>
          </p:nvPr>
        </p:nvSpPr>
        <p:spPr>
          <a:xfrm>
            <a:off x="4095747"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6" name="Google Shape;126;p8"/>
          <p:cNvSpPr txBox="1"/>
          <p:nvPr>
            <p:ph idx="32" type="subTitle"/>
          </p:nvPr>
        </p:nvSpPr>
        <p:spPr>
          <a:xfrm>
            <a:off x="5757534"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7" name="Google Shape;127;p8"/>
          <p:cNvSpPr txBox="1"/>
          <p:nvPr>
            <p:ph idx="33" type="subTitle"/>
          </p:nvPr>
        </p:nvSpPr>
        <p:spPr>
          <a:xfrm>
            <a:off x="7495520"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8" name="Google Shape;128;p8"/>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ph idx="3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
        <p:nvSpPr>
          <p:cNvPr id="130" name="Google Shape;130;p8"/>
          <p:cNvSpPr txBox="1"/>
          <p:nvPr>
            <p:ph idx="3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31" name="Google Shape;131;p8"/>
          <p:cNvSpPr txBox="1"/>
          <p:nvPr>
            <p:ph idx="3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room activity">
  <p:cSld name="CUSTOM_3">
    <p:spTree>
      <p:nvGrpSpPr>
        <p:cNvPr id="132" name="Shape 132"/>
        <p:cNvGrpSpPr/>
        <p:nvPr/>
      </p:nvGrpSpPr>
      <p:grpSpPr>
        <a:xfrm>
          <a:off x="0" y="0"/>
          <a:ext cx="0" cy="0"/>
          <a:chOff x="0" y="0"/>
          <a:chExt cx="0" cy="0"/>
        </a:xfrm>
      </p:grpSpPr>
      <p:sp>
        <p:nvSpPr>
          <p:cNvPr id="133" name="Google Shape;133;p9"/>
          <p:cNvSpPr/>
          <p:nvPr/>
        </p:nvSpPr>
        <p:spPr>
          <a:xfrm>
            <a:off x="3276317" y="880625"/>
            <a:ext cx="2934000" cy="426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9"/>
          <p:cNvSpPr/>
          <p:nvPr/>
        </p:nvSpPr>
        <p:spPr>
          <a:xfrm>
            <a:off x="342500" y="880625"/>
            <a:ext cx="2934000" cy="4263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9"/>
          <p:cNvSpPr/>
          <p:nvPr/>
        </p:nvSpPr>
        <p:spPr>
          <a:xfrm>
            <a:off x="6210133" y="880625"/>
            <a:ext cx="2934000" cy="426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136" name="Google Shape;136;p9"/>
          <p:cNvSpPr txBox="1"/>
          <p:nvPr>
            <p:ph type="title"/>
          </p:nvPr>
        </p:nvSpPr>
        <p:spPr>
          <a:xfrm>
            <a:off x="519750" y="145550"/>
            <a:ext cx="8442000" cy="657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137" name="Google Shape;137;p9"/>
          <p:cNvSpPr txBox="1"/>
          <p:nvPr>
            <p:ph idx="1" type="subTitle"/>
          </p:nvPr>
        </p:nvSpPr>
        <p:spPr>
          <a:xfrm>
            <a:off x="569100" y="1581350"/>
            <a:ext cx="2426100" cy="26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9"/>
          <p:cNvSpPr txBox="1"/>
          <p:nvPr>
            <p:ph idx="2" type="body"/>
          </p:nvPr>
        </p:nvSpPr>
        <p:spPr>
          <a:xfrm>
            <a:off x="575100" y="2156600"/>
            <a:ext cx="2426100" cy="1887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9" name="Google Shape;139;p9"/>
          <p:cNvSpPr txBox="1"/>
          <p:nvPr>
            <p:ph idx="3" type="title"/>
          </p:nvPr>
        </p:nvSpPr>
        <p:spPr>
          <a:xfrm>
            <a:off x="3454075" y="1603775"/>
            <a:ext cx="2568000" cy="12282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0" name="Google Shape;140;p9"/>
          <p:cNvSpPr txBox="1"/>
          <p:nvPr>
            <p:ph idx="4" type="title"/>
          </p:nvPr>
        </p:nvSpPr>
        <p:spPr>
          <a:xfrm>
            <a:off x="3454075" y="8738550"/>
            <a:ext cx="2568000" cy="12282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1" name="Google Shape;141;p9"/>
          <p:cNvSpPr txBox="1"/>
          <p:nvPr>
            <p:ph idx="5" type="title"/>
          </p:nvPr>
        </p:nvSpPr>
        <p:spPr>
          <a:xfrm>
            <a:off x="6393125" y="1603775"/>
            <a:ext cx="2568000" cy="12282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2" name="Google Shape;142;p9"/>
          <p:cNvSpPr txBox="1"/>
          <p:nvPr>
            <p:ph idx="6" type="subTitle"/>
          </p:nvPr>
        </p:nvSpPr>
        <p:spPr>
          <a:xfrm>
            <a:off x="3509619" y="2529532"/>
            <a:ext cx="2426100" cy="26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9"/>
          <p:cNvSpPr txBox="1"/>
          <p:nvPr>
            <p:ph idx="7" type="subTitle"/>
          </p:nvPr>
        </p:nvSpPr>
        <p:spPr>
          <a:xfrm>
            <a:off x="6457169" y="2529532"/>
            <a:ext cx="2426100" cy="26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9"/>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txBox="1"/>
          <p:nvPr>
            <p:ph idx="8"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
        <p:nvSpPr>
          <p:cNvPr id="146" name="Google Shape;146;p9"/>
          <p:cNvSpPr txBox="1"/>
          <p:nvPr>
            <p:ph idx="9"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
        <p:nvSpPr>
          <p:cNvPr id="147" name="Google Shape;147;p9"/>
          <p:cNvSpPr txBox="1"/>
          <p:nvPr>
            <p:ph idx="1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p:cSld name="CUSTOM_5">
    <p:bg>
      <p:bgPr>
        <a:solidFill>
          <a:schemeClr val="accent1"/>
        </a:solidFill>
      </p:bgPr>
    </p:bg>
    <p:spTree>
      <p:nvGrpSpPr>
        <p:cNvPr id="148" name="Shape 148"/>
        <p:cNvGrpSpPr/>
        <p:nvPr/>
      </p:nvGrpSpPr>
      <p:grpSpPr>
        <a:xfrm>
          <a:off x="0" y="0"/>
          <a:ext cx="0" cy="0"/>
          <a:chOff x="0" y="0"/>
          <a:chExt cx="0" cy="0"/>
        </a:xfrm>
      </p:grpSpPr>
      <p:sp>
        <p:nvSpPr>
          <p:cNvPr id="149" name="Google Shape;149;p10"/>
          <p:cNvSpPr txBox="1"/>
          <p:nvPr>
            <p:ph type="title"/>
          </p:nvPr>
        </p:nvSpPr>
        <p:spPr>
          <a:xfrm>
            <a:off x="347550" y="2071050"/>
            <a:ext cx="8652300" cy="1001400"/>
          </a:xfrm>
          <a:prstGeom prst="rect">
            <a:avLst/>
          </a:prstGeom>
        </p:spPr>
        <p:txBody>
          <a:bodyPr anchorCtr="0" anchor="t" bIns="91425" lIns="91425" spcFirstLastPara="1" rIns="91425" wrap="square" tIns="91425">
            <a:noAutofit/>
          </a:bodyPr>
          <a:lstStyle>
            <a:lvl1pPr lvl="0" algn="ctr">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0" name="Google Shape;150;p10"/>
          <p:cNvSpPr txBox="1"/>
          <p:nvPr>
            <p:ph idx="1" type="subTitle"/>
          </p:nvPr>
        </p:nvSpPr>
        <p:spPr>
          <a:xfrm>
            <a:off x="2725800" y="3166225"/>
            <a:ext cx="3692400" cy="7572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10"/>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3" name="Google Shape;153;p10"/>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4" name="Google Shape;154;p10"/>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e structure">
  <p:cSld name="CUSTOM_4">
    <p:spTree>
      <p:nvGrpSpPr>
        <p:cNvPr id="155" name="Shape 155"/>
        <p:cNvGrpSpPr/>
        <p:nvPr/>
      </p:nvGrpSpPr>
      <p:grpSpPr>
        <a:xfrm>
          <a:off x="0" y="0"/>
          <a:ext cx="0" cy="0"/>
          <a:chOff x="0" y="0"/>
          <a:chExt cx="0" cy="0"/>
        </a:xfrm>
      </p:grpSpPr>
      <p:sp>
        <p:nvSpPr>
          <p:cNvPr id="156" name="Google Shape;156;p11"/>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8" name="Google Shape;158;p11"/>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9" name="Google Shape;159;p11"/>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1">
  <p:cSld name="CUSTOM_13">
    <p:spTree>
      <p:nvGrpSpPr>
        <p:cNvPr id="160" name="Shape 160"/>
        <p:cNvGrpSpPr/>
        <p:nvPr/>
      </p:nvGrpSpPr>
      <p:grpSpPr>
        <a:xfrm>
          <a:off x="0" y="0"/>
          <a:ext cx="0" cy="0"/>
          <a:chOff x="0" y="0"/>
          <a:chExt cx="0" cy="0"/>
        </a:xfrm>
      </p:grpSpPr>
      <p:sp>
        <p:nvSpPr>
          <p:cNvPr id="161" name="Google Shape;161;p12"/>
          <p:cNvSpPr/>
          <p:nvPr/>
        </p:nvSpPr>
        <p:spPr>
          <a:xfrm>
            <a:off x="343100" y="0"/>
            <a:ext cx="4296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62" name="Google Shape;162;p12"/>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64" name="Google Shape;164;p12"/>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65" name="Google Shape;165;p12"/>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66" name="Google Shape;166;p12"/>
          <p:cNvSpPr/>
          <p:nvPr>
            <p:ph idx="4" type="pic"/>
          </p:nvPr>
        </p:nvSpPr>
        <p:spPr>
          <a:xfrm>
            <a:off x="4977650" y="386948"/>
            <a:ext cx="3824100" cy="2096100"/>
          </a:xfrm>
          <a:prstGeom prst="trapezoid">
            <a:avLst>
              <a:gd fmla="val 25000" name="adj"/>
            </a:avLst>
          </a:prstGeom>
          <a:noFill/>
          <a:ln>
            <a:noFill/>
          </a:ln>
        </p:spPr>
      </p:sp>
      <p:sp>
        <p:nvSpPr>
          <p:cNvPr id="167" name="Google Shape;167;p12"/>
          <p:cNvSpPr/>
          <p:nvPr>
            <p:ph idx="5" type="pic"/>
          </p:nvPr>
        </p:nvSpPr>
        <p:spPr>
          <a:xfrm>
            <a:off x="784550" y="326525"/>
            <a:ext cx="3413100" cy="2198100"/>
          </a:xfrm>
          <a:prstGeom prst="ellipse">
            <a:avLst/>
          </a:prstGeom>
          <a:noFill/>
          <a:ln>
            <a:noFill/>
          </a:ln>
        </p:spPr>
      </p:sp>
      <p:sp>
        <p:nvSpPr>
          <p:cNvPr id="168" name="Google Shape;168;p12"/>
          <p:cNvSpPr txBox="1"/>
          <p:nvPr>
            <p:ph idx="6" type="subTitle"/>
          </p:nvPr>
        </p:nvSpPr>
        <p:spPr>
          <a:xfrm>
            <a:off x="7845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69" name="Google Shape;169;p12"/>
          <p:cNvSpPr txBox="1"/>
          <p:nvPr>
            <p:ph idx="7" type="subTitle"/>
          </p:nvPr>
        </p:nvSpPr>
        <p:spPr>
          <a:xfrm>
            <a:off x="49776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70" name="Google Shape;170;p12"/>
          <p:cNvSpPr txBox="1"/>
          <p:nvPr>
            <p:ph idx="8" type="body"/>
          </p:nvPr>
        </p:nvSpPr>
        <p:spPr>
          <a:xfrm>
            <a:off x="784425"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1" name="Google Shape;171;p12"/>
          <p:cNvSpPr txBox="1"/>
          <p:nvPr>
            <p:ph idx="9" type="body"/>
          </p:nvPr>
        </p:nvSpPr>
        <p:spPr>
          <a:xfrm>
            <a:off x="4977650"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2">
  <p:cSld name="CUSTOM_13_1">
    <p:spTree>
      <p:nvGrpSpPr>
        <p:cNvPr id="172" name="Shape 172"/>
        <p:cNvGrpSpPr/>
        <p:nvPr/>
      </p:nvGrpSpPr>
      <p:grpSpPr>
        <a:xfrm>
          <a:off x="0" y="0"/>
          <a:ext cx="0" cy="0"/>
          <a:chOff x="0" y="0"/>
          <a:chExt cx="0" cy="0"/>
        </a:xfrm>
      </p:grpSpPr>
      <p:sp>
        <p:nvSpPr>
          <p:cNvPr id="173" name="Google Shape;173;p13"/>
          <p:cNvSpPr/>
          <p:nvPr/>
        </p:nvSpPr>
        <p:spPr>
          <a:xfrm>
            <a:off x="343100" y="0"/>
            <a:ext cx="4296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74" name="Google Shape;174;p1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6" name="Google Shape;176;p1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7" name="Google Shape;177;p13"/>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8" name="Google Shape;178;p13"/>
          <p:cNvSpPr/>
          <p:nvPr>
            <p:ph idx="4" type="pic"/>
          </p:nvPr>
        </p:nvSpPr>
        <p:spPr>
          <a:xfrm>
            <a:off x="4977650" y="386948"/>
            <a:ext cx="3824100" cy="2096100"/>
          </a:xfrm>
          <a:prstGeom prst="trapezoid">
            <a:avLst>
              <a:gd fmla="val 25000" name="adj"/>
            </a:avLst>
          </a:prstGeom>
          <a:noFill/>
          <a:ln>
            <a:noFill/>
          </a:ln>
        </p:spPr>
      </p:sp>
      <p:sp>
        <p:nvSpPr>
          <p:cNvPr id="179" name="Google Shape;179;p13"/>
          <p:cNvSpPr/>
          <p:nvPr>
            <p:ph idx="5" type="pic"/>
          </p:nvPr>
        </p:nvSpPr>
        <p:spPr>
          <a:xfrm>
            <a:off x="784550" y="326525"/>
            <a:ext cx="3413100" cy="2198100"/>
          </a:xfrm>
          <a:prstGeom prst="ellipse">
            <a:avLst/>
          </a:prstGeom>
          <a:noFill/>
          <a:ln>
            <a:noFill/>
          </a:ln>
        </p:spPr>
      </p:sp>
      <p:sp>
        <p:nvSpPr>
          <p:cNvPr id="180" name="Google Shape;180;p13"/>
          <p:cNvSpPr txBox="1"/>
          <p:nvPr>
            <p:ph idx="6" type="subTitle"/>
          </p:nvPr>
        </p:nvSpPr>
        <p:spPr>
          <a:xfrm>
            <a:off x="7845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81" name="Google Shape;181;p13"/>
          <p:cNvSpPr txBox="1"/>
          <p:nvPr>
            <p:ph idx="7" type="subTitle"/>
          </p:nvPr>
        </p:nvSpPr>
        <p:spPr>
          <a:xfrm>
            <a:off x="49776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82" name="Google Shape;182;p13"/>
          <p:cNvSpPr txBox="1"/>
          <p:nvPr>
            <p:ph idx="8" type="body"/>
          </p:nvPr>
        </p:nvSpPr>
        <p:spPr>
          <a:xfrm>
            <a:off x="784425"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83" name="Google Shape;183;p13"/>
          <p:cNvSpPr txBox="1"/>
          <p:nvPr>
            <p:ph idx="9" type="body"/>
          </p:nvPr>
        </p:nvSpPr>
        <p:spPr>
          <a:xfrm>
            <a:off x="4977650"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3">
  <p:cSld name="CUSTOM_13_1_1">
    <p:spTree>
      <p:nvGrpSpPr>
        <p:cNvPr id="184" name="Shape 184"/>
        <p:cNvGrpSpPr/>
        <p:nvPr/>
      </p:nvGrpSpPr>
      <p:grpSpPr>
        <a:xfrm>
          <a:off x="0" y="0"/>
          <a:ext cx="0" cy="0"/>
          <a:chOff x="0" y="0"/>
          <a:chExt cx="0" cy="0"/>
        </a:xfrm>
      </p:grpSpPr>
      <p:sp>
        <p:nvSpPr>
          <p:cNvPr id="185" name="Google Shape;185;p1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7" name="Google Shape;187;p14"/>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8" name="Google Shape;188;p14"/>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9" name="Google Shape;189;p14"/>
          <p:cNvSpPr/>
          <p:nvPr>
            <p:ph idx="4" type="pic"/>
          </p:nvPr>
        </p:nvSpPr>
        <p:spPr>
          <a:xfrm>
            <a:off x="4977650" y="386948"/>
            <a:ext cx="3824100" cy="2096100"/>
          </a:xfrm>
          <a:prstGeom prst="trapezoid">
            <a:avLst>
              <a:gd fmla="val 25000" name="adj"/>
            </a:avLst>
          </a:prstGeom>
          <a:noFill/>
          <a:ln>
            <a:noFill/>
          </a:ln>
        </p:spPr>
      </p:sp>
      <p:sp>
        <p:nvSpPr>
          <p:cNvPr id="190" name="Google Shape;190;p14"/>
          <p:cNvSpPr/>
          <p:nvPr>
            <p:ph idx="5" type="pic"/>
          </p:nvPr>
        </p:nvSpPr>
        <p:spPr>
          <a:xfrm>
            <a:off x="784550" y="326525"/>
            <a:ext cx="3413100" cy="2198100"/>
          </a:xfrm>
          <a:prstGeom prst="ellipse">
            <a:avLst/>
          </a:prstGeom>
          <a:noFill/>
          <a:ln>
            <a:noFill/>
          </a:ln>
        </p:spPr>
      </p:sp>
      <p:sp>
        <p:nvSpPr>
          <p:cNvPr id="191" name="Google Shape;191;p14"/>
          <p:cNvSpPr txBox="1"/>
          <p:nvPr>
            <p:ph idx="6" type="subTitle"/>
          </p:nvPr>
        </p:nvSpPr>
        <p:spPr>
          <a:xfrm>
            <a:off x="7845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92" name="Google Shape;192;p14"/>
          <p:cNvSpPr txBox="1"/>
          <p:nvPr>
            <p:ph idx="7" type="subTitle"/>
          </p:nvPr>
        </p:nvSpPr>
        <p:spPr>
          <a:xfrm>
            <a:off x="49776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93" name="Google Shape;193;p14"/>
          <p:cNvSpPr txBox="1"/>
          <p:nvPr>
            <p:ph idx="8" type="body"/>
          </p:nvPr>
        </p:nvSpPr>
        <p:spPr>
          <a:xfrm>
            <a:off x="784425"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94" name="Google Shape;194;p14"/>
          <p:cNvSpPr txBox="1"/>
          <p:nvPr>
            <p:ph idx="9" type="body"/>
          </p:nvPr>
        </p:nvSpPr>
        <p:spPr>
          <a:xfrm>
            <a:off x="4977650"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audience 1">
  <p:cSld name="CUSTOM_2_2_1">
    <p:spTree>
      <p:nvGrpSpPr>
        <p:cNvPr id="195" name="Shape 195"/>
        <p:cNvGrpSpPr/>
        <p:nvPr/>
      </p:nvGrpSpPr>
      <p:grpSpPr>
        <a:xfrm>
          <a:off x="0" y="0"/>
          <a:ext cx="0" cy="0"/>
          <a:chOff x="0" y="0"/>
          <a:chExt cx="0" cy="0"/>
        </a:xfrm>
      </p:grpSpPr>
      <p:sp>
        <p:nvSpPr>
          <p:cNvPr id="196" name="Google Shape;196;p15"/>
          <p:cNvSpPr/>
          <p:nvPr/>
        </p:nvSpPr>
        <p:spPr>
          <a:xfrm>
            <a:off x="3697825" y="277950"/>
            <a:ext cx="5103900" cy="3148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5"/>
          <p:cNvSpPr/>
          <p:nvPr/>
        </p:nvSpPr>
        <p:spPr>
          <a:xfrm>
            <a:off x="644900" y="1702275"/>
            <a:ext cx="5103900" cy="3148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15"/>
          <p:cNvSpPr/>
          <p:nvPr/>
        </p:nvSpPr>
        <p:spPr>
          <a:xfrm>
            <a:off x="3699350" y="1702275"/>
            <a:ext cx="2049300" cy="172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Unbounded"/>
              <a:ea typeface="Unbounded"/>
              <a:cs typeface="Unbounded"/>
              <a:sym typeface="Unbounded"/>
            </a:endParaRPr>
          </a:p>
        </p:txBody>
      </p:sp>
      <p:sp>
        <p:nvSpPr>
          <p:cNvPr id="199" name="Google Shape;199;p15"/>
          <p:cNvSpPr txBox="1"/>
          <p:nvPr>
            <p:ph idx="1" type="subTitle"/>
          </p:nvPr>
        </p:nvSpPr>
        <p:spPr>
          <a:xfrm>
            <a:off x="3711750" y="1720500"/>
            <a:ext cx="2049300" cy="172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15"/>
          <p:cNvSpPr txBox="1"/>
          <p:nvPr>
            <p:ph idx="2" type="body"/>
          </p:nvPr>
        </p:nvSpPr>
        <p:spPr>
          <a:xfrm>
            <a:off x="794750" y="2127975"/>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01" name="Google Shape;201;p15"/>
          <p:cNvSpPr txBox="1"/>
          <p:nvPr>
            <p:ph idx="3" type="body"/>
          </p:nvPr>
        </p:nvSpPr>
        <p:spPr>
          <a:xfrm>
            <a:off x="5893550" y="703650"/>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02" name="Google Shape;202;p15"/>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txBox="1"/>
          <p:nvPr>
            <p:ph idx="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04" name="Google Shape;204;p15"/>
          <p:cNvSpPr txBox="1"/>
          <p:nvPr>
            <p:ph idx="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05" name="Google Shape;205;p15"/>
          <p:cNvSpPr txBox="1"/>
          <p:nvPr>
            <p:ph idx="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audience 2">
  <p:cSld name="CUSTOM_2_2_1_1">
    <p:bg>
      <p:bgPr>
        <a:solidFill>
          <a:schemeClr val="dk1"/>
        </a:solidFill>
      </p:bgPr>
    </p:bg>
    <p:spTree>
      <p:nvGrpSpPr>
        <p:cNvPr id="206" name="Shape 206"/>
        <p:cNvGrpSpPr/>
        <p:nvPr/>
      </p:nvGrpSpPr>
      <p:grpSpPr>
        <a:xfrm>
          <a:off x="0" y="0"/>
          <a:ext cx="0" cy="0"/>
          <a:chOff x="0" y="0"/>
          <a:chExt cx="0" cy="0"/>
        </a:xfrm>
      </p:grpSpPr>
      <p:sp>
        <p:nvSpPr>
          <p:cNvPr id="207" name="Google Shape;207;p16"/>
          <p:cNvSpPr/>
          <p:nvPr/>
        </p:nvSpPr>
        <p:spPr>
          <a:xfrm>
            <a:off x="3697825" y="277950"/>
            <a:ext cx="5103900" cy="3148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6"/>
          <p:cNvSpPr/>
          <p:nvPr/>
        </p:nvSpPr>
        <p:spPr>
          <a:xfrm>
            <a:off x="644900" y="1702275"/>
            <a:ext cx="5103900" cy="3148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6"/>
          <p:cNvSpPr/>
          <p:nvPr/>
        </p:nvSpPr>
        <p:spPr>
          <a:xfrm>
            <a:off x="3699350" y="1702275"/>
            <a:ext cx="2049300" cy="172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Unbounded"/>
              <a:ea typeface="Unbounded"/>
              <a:cs typeface="Unbounded"/>
              <a:sym typeface="Unbounded"/>
            </a:endParaRPr>
          </a:p>
        </p:txBody>
      </p:sp>
      <p:sp>
        <p:nvSpPr>
          <p:cNvPr id="210" name="Google Shape;210;p16"/>
          <p:cNvSpPr txBox="1"/>
          <p:nvPr>
            <p:ph idx="1" type="subTitle"/>
          </p:nvPr>
        </p:nvSpPr>
        <p:spPr>
          <a:xfrm>
            <a:off x="3711750" y="1720500"/>
            <a:ext cx="2049300" cy="172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 name="Google Shape;211;p16"/>
          <p:cNvSpPr txBox="1"/>
          <p:nvPr>
            <p:ph idx="2" type="body"/>
          </p:nvPr>
        </p:nvSpPr>
        <p:spPr>
          <a:xfrm>
            <a:off x="794750" y="2127975"/>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12" name="Google Shape;212;p16"/>
          <p:cNvSpPr txBox="1"/>
          <p:nvPr>
            <p:ph idx="3" type="body"/>
          </p:nvPr>
        </p:nvSpPr>
        <p:spPr>
          <a:xfrm>
            <a:off x="5893550" y="703650"/>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13" name="Google Shape;213;p16"/>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txBox="1"/>
          <p:nvPr>
            <p:ph idx="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15" name="Google Shape;215;p16"/>
          <p:cNvSpPr txBox="1"/>
          <p:nvPr>
            <p:ph idx="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16" name="Google Shape;216;p16"/>
          <p:cNvSpPr txBox="1"/>
          <p:nvPr>
            <p:ph idx="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groups 1">
  <p:cSld name="CUSTOM_6">
    <p:bg>
      <p:bgPr>
        <a:solidFill>
          <a:schemeClr val="accent1"/>
        </a:solidFill>
      </p:bgPr>
    </p:bg>
    <p:spTree>
      <p:nvGrpSpPr>
        <p:cNvPr id="217" name="Shape 217"/>
        <p:cNvGrpSpPr/>
        <p:nvPr/>
      </p:nvGrpSpPr>
      <p:grpSpPr>
        <a:xfrm>
          <a:off x="0" y="0"/>
          <a:ext cx="0" cy="0"/>
          <a:chOff x="0" y="0"/>
          <a:chExt cx="0" cy="0"/>
        </a:xfrm>
      </p:grpSpPr>
      <p:sp>
        <p:nvSpPr>
          <p:cNvPr id="218" name="Google Shape;218;p17"/>
          <p:cNvSpPr/>
          <p:nvPr/>
        </p:nvSpPr>
        <p:spPr>
          <a:xfrm>
            <a:off x="346850" y="0"/>
            <a:ext cx="2933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219" name="Google Shape;219;p17"/>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7"/>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21" name="Google Shape;221;p17"/>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22" name="Google Shape;222;p17"/>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23" name="Google Shape;223;p17"/>
          <p:cNvSpPr txBox="1"/>
          <p:nvPr>
            <p:ph idx="4" type="subTitle"/>
          </p:nvPr>
        </p:nvSpPr>
        <p:spPr>
          <a:xfrm>
            <a:off x="549500" y="236750"/>
            <a:ext cx="1673100" cy="573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17"/>
          <p:cNvSpPr/>
          <p:nvPr/>
        </p:nvSpPr>
        <p:spPr>
          <a:xfrm>
            <a:off x="3280550" y="0"/>
            <a:ext cx="293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225" name="Google Shape;225;p17"/>
          <p:cNvSpPr txBox="1"/>
          <p:nvPr>
            <p:ph idx="5" type="subTitle"/>
          </p:nvPr>
        </p:nvSpPr>
        <p:spPr>
          <a:xfrm>
            <a:off x="3483200" y="236750"/>
            <a:ext cx="1673100" cy="573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17"/>
          <p:cNvSpPr/>
          <p:nvPr/>
        </p:nvSpPr>
        <p:spPr>
          <a:xfrm>
            <a:off x="6214250" y="0"/>
            <a:ext cx="2933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227" name="Google Shape;227;p17"/>
          <p:cNvSpPr txBox="1"/>
          <p:nvPr>
            <p:ph idx="6" type="subTitle"/>
          </p:nvPr>
        </p:nvSpPr>
        <p:spPr>
          <a:xfrm>
            <a:off x="6416900" y="236750"/>
            <a:ext cx="1673100" cy="573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17"/>
          <p:cNvSpPr/>
          <p:nvPr>
            <p:ph idx="7" type="pic"/>
          </p:nvPr>
        </p:nvSpPr>
        <p:spPr>
          <a:xfrm>
            <a:off x="626397" y="1905927"/>
            <a:ext cx="865800" cy="865800"/>
          </a:xfrm>
          <a:prstGeom prst="teardrop">
            <a:avLst>
              <a:gd fmla="val 100000" name="adj"/>
            </a:avLst>
          </a:prstGeom>
          <a:noFill/>
          <a:ln>
            <a:noFill/>
          </a:ln>
        </p:spPr>
      </p:sp>
      <p:sp>
        <p:nvSpPr>
          <p:cNvPr id="229" name="Google Shape;229;p17"/>
          <p:cNvSpPr/>
          <p:nvPr>
            <p:ph idx="8" type="pic"/>
          </p:nvPr>
        </p:nvSpPr>
        <p:spPr>
          <a:xfrm>
            <a:off x="2041233" y="986175"/>
            <a:ext cx="1054800" cy="1054800"/>
          </a:xfrm>
          <a:prstGeom prst="diamond">
            <a:avLst/>
          </a:prstGeom>
          <a:noFill/>
          <a:ln>
            <a:noFill/>
          </a:ln>
        </p:spPr>
      </p:sp>
      <p:sp>
        <p:nvSpPr>
          <p:cNvPr id="230" name="Google Shape;230;p17"/>
          <p:cNvSpPr/>
          <p:nvPr>
            <p:ph idx="9" type="pic"/>
          </p:nvPr>
        </p:nvSpPr>
        <p:spPr>
          <a:xfrm>
            <a:off x="626397" y="3256649"/>
            <a:ext cx="865800" cy="865800"/>
          </a:xfrm>
          <a:prstGeom prst="octagon">
            <a:avLst>
              <a:gd fmla="val 29289" name="adj"/>
            </a:avLst>
          </a:prstGeom>
          <a:noFill/>
          <a:ln>
            <a:noFill/>
          </a:ln>
        </p:spPr>
      </p:sp>
      <p:sp>
        <p:nvSpPr>
          <p:cNvPr id="231" name="Google Shape;231;p17"/>
          <p:cNvSpPr/>
          <p:nvPr>
            <p:ph idx="13" type="pic"/>
          </p:nvPr>
        </p:nvSpPr>
        <p:spPr>
          <a:xfrm>
            <a:off x="2016263" y="2431449"/>
            <a:ext cx="1104900" cy="865800"/>
          </a:xfrm>
          <a:prstGeom prst="parallelogram">
            <a:avLst>
              <a:gd fmla="val 25000" name="adj"/>
            </a:avLst>
          </a:prstGeom>
          <a:noFill/>
          <a:ln>
            <a:noFill/>
          </a:ln>
        </p:spPr>
      </p:sp>
      <p:sp>
        <p:nvSpPr>
          <p:cNvPr id="232" name="Google Shape;232;p17"/>
          <p:cNvSpPr/>
          <p:nvPr>
            <p:ph idx="14" type="pic"/>
          </p:nvPr>
        </p:nvSpPr>
        <p:spPr>
          <a:xfrm>
            <a:off x="2031976" y="3738145"/>
            <a:ext cx="1054800" cy="865800"/>
          </a:xfrm>
          <a:prstGeom prst="trapezoid">
            <a:avLst>
              <a:gd fmla="val 12350" name="adj"/>
            </a:avLst>
          </a:prstGeom>
          <a:noFill/>
          <a:ln>
            <a:noFill/>
          </a:ln>
        </p:spPr>
      </p:sp>
      <p:sp>
        <p:nvSpPr>
          <p:cNvPr id="233" name="Google Shape;233;p17"/>
          <p:cNvSpPr txBox="1"/>
          <p:nvPr>
            <p:ph idx="15" type="subTitle"/>
          </p:nvPr>
        </p:nvSpPr>
        <p:spPr>
          <a:xfrm>
            <a:off x="506875" y="28126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4" name="Google Shape;234;p17"/>
          <p:cNvSpPr txBox="1"/>
          <p:nvPr>
            <p:ph idx="16" type="subTitle"/>
          </p:nvPr>
        </p:nvSpPr>
        <p:spPr>
          <a:xfrm>
            <a:off x="2016261" y="19874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5" name="Google Shape;235;p17"/>
          <p:cNvSpPr txBox="1"/>
          <p:nvPr>
            <p:ph idx="17" type="subTitle"/>
          </p:nvPr>
        </p:nvSpPr>
        <p:spPr>
          <a:xfrm>
            <a:off x="506875" y="41496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6" name="Google Shape;236;p17"/>
          <p:cNvSpPr txBox="1"/>
          <p:nvPr>
            <p:ph idx="18" type="subTitle"/>
          </p:nvPr>
        </p:nvSpPr>
        <p:spPr>
          <a:xfrm>
            <a:off x="2016261" y="33244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7" name="Google Shape;237;p17"/>
          <p:cNvSpPr txBox="1"/>
          <p:nvPr>
            <p:ph idx="19" type="subTitle"/>
          </p:nvPr>
        </p:nvSpPr>
        <p:spPr>
          <a:xfrm>
            <a:off x="2016261" y="462726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8" name="Google Shape;238;p17"/>
          <p:cNvSpPr/>
          <p:nvPr>
            <p:ph idx="20" type="pic"/>
          </p:nvPr>
        </p:nvSpPr>
        <p:spPr>
          <a:xfrm>
            <a:off x="3559772" y="1911802"/>
            <a:ext cx="865800" cy="865800"/>
          </a:xfrm>
          <a:prstGeom prst="teardrop">
            <a:avLst>
              <a:gd fmla="val 100000" name="adj"/>
            </a:avLst>
          </a:prstGeom>
          <a:noFill/>
          <a:ln>
            <a:noFill/>
          </a:ln>
        </p:spPr>
      </p:sp>
      <p:sp>
        <p:nvSpPr>
          <p:cNvPr id="239" name="Google Shape;239;p17"/>
          <p:cNvSpPr/>
          <p:nvPr>
            <p:ph idx="21" type="pic"/>
          </p:nvPr>
        </p:nvSpPr>
        <p:spPr>
          <a:xfrm>
            <a:off x="4974608" y="992050"/>
            <a:ext cx="1054800" cy="1054800"/>
          </a:xfrm>
          <a:prstGeom prst="diamond">
            <a:avLst/>
          </a:prstGeom>
          <a:noFill/>
          <a:ln>
            <a:noFill/>
          </a:ln>
        </p:spPr>
      </p:sp>
      <p:sp>
        <p:nvSpPr>
          <p:cNvPr id="240" name="Google Shape;240;p17"/>
          <p:cNvSpPr/>
          <p:nvPr>
            <p:ph idx="22" type="pic"/>
          </p:nvPr>
        </p:nvSpPr>
        <p:spPr>
          <a:xfrm>
            <a:off x="3559772" y="3262524"/>
            <a:ext cx="865800" cy="865800"/>
          </a:xfrm>
          <a:prstGeom prst="octagon">
            <a:avLst>
              <a:gd fmla="val 29289" name="adj"/>
            </a:avLst>
          </a:prstGeom>
          <a:noFill/>
          <a:ln>
            <a:noFill/>
          </a:ln>
        </p:spPr>
      </p:sp>
      <p:sp>
        <p:nvSpPr>
          <p:cNvPr id="241" name="Google Shape;241;p17"/>
          <p:cNvSpPr/>
          <p:nvPr>
            <p:ph idx="23" type="pic"/>
          </p:nvPr>
        </p:nvSpPr>
        <p:spPr>
          <a:xfrm>
            <a:off x="4949638" y="2437324"/>
            <a:ext cx="1104900" cy="865800"/>
          </a:xfrm>
          <a:prstGeom prst="parallelogram">
            <a:avLst>
              <a:gd fmla="val 25000" name="adj"/>
            </a:avLst>
          </a:prstGeom>
          <a:noFill/>
          <a:ln>
            <a:noFill/>
          </a:ln>
        </p:spPr>
      </p:sp>
      <p:sp>
        <p:nvSpPr>
          <p:cNvPr id="242" name="Google Shape;242;p17"/>
          <p:cNvSpPr/>
          <p:nvPr>
            <p:ph idx="24" type="pic"/>
          </p:nvPr>
        </p:nvSpPr>
        <p:spPr>
          <a:xfrm>
            <a:off x="4965351" y="3744020"/>
            <a:ext cx="1054800" cy="865800"/>
          </a:xfrm>
          <a:prstGeom prst="trapezoid">
            <a:avLst>
              <a:gd fmla="val 12350" name="adj"/>
            </a:avLst>
          </a:prstGeom>
          <a:noFill/>
          <a:ln>
            <a:noFill/>
          </a:ln>
        </p:spPr>
      </p:sp>
      <p:sp>
        <p:nvSpPr>
          <p:cNvPr id="243" name="Google Shape;243;p17"/>
          <p:cNvSpPr txBox="1"/>
          <p:nvPr>
            <p:ph idx="25" type="subTitle"/>
          </p:nvPr>
        </p:nvSpPr>
        <p:spPr>
          <a:xfrm>
            <a:off x="3440250" y="281847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4" name="Google Shape;244;p17"/>
          <p:cNvSpPr txBox="1"/>
          <p:nvPr>
            <p:ph idx="26" type="subTitle"/>
          </p:nvPr>
        </p:nvSpPr>
        <p:spPr>
          <a:xfrm>
            <a:off x="4949636" y="199327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5" name="Google Shape;245;p17"/>
          <p:cNvSpPr txBox="1"/>
          <p:nvPr>
            <p:ph idx="27" type="subTitle"/>
          </p:nvPr>
        </p:nvSpPr>
        <p:spPr>
          <a:xfrm>
            <a:off x="3440250" y="41554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6" name="Google Shape;246;p17"/>
          <p:cNvSpPr txBox="1"/>
          <p:nvPr>
            <p:ph idx="28" type="subTitle"/>
          </p:nvPr>
        </p:nvSpPr>
        <p:spPr>
          <a:xfrm>
            <a:off x="4949636" y="33302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7" name="Google Shape;247;p17"/>
          <p:cNvSpPr txBox="1"/>
          <p:nvPr>
            <p:ph idx="29" type="subTitle"/>
          </p:nvPr>
        </p:nvSpPr>
        <p:spPr>
          <a:xfrm>
            <a:off x="4949636" y="46331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8" name="Google Shape;248;p17"/>
          <p:cNvSpPr/>
          <p:nvPr>
            <p:ph idx="30" type="pic"/>
          </p:nvPr>
        </p:nvSpPr>
        <p:spPr>
          <a:xfrm>
            <a:off x="6493147" y="1905927"/>
            <a:ext cx="865800" cy="865800"/>
          </a:xfrm>
          <a:prstGeom prst="teardrop">
            <a:avLst>
              <a:gd fmla="val 100000" name="adj"/>
            </a:avLst>
          </a:prstGeom>
          <a:noFill/>
          <a:ln>
            <a:noFill/>
          </a:ln>
        </p:spPr>
      </p:sp>
      <p:sp>
        <p:nvSpPr>
          <p:cNvPr id="249" name="Google Shape;249;p17"/>
          <p:cNvSpPr/>
          <p:nvPr>
            <p:ph idx="31" type="pic"/>
          </p:nvPr>
        </p:nvSpPr>
        <p:spPr>
          <a:xfrm>
            <a:off x="7907983" y="986175"/>
            <a:ext cx="1054800" cy="1054800"/>
          </a:xfrm>
          <a:prstGeom prst="diamond">
            <a:avLst/>
          </a:prstGeom>
          <a:noFill/>
          <a:ln>
            <a:noFill/>
          </a:ln>
        </p:spPr>
      </p:sp>
      <p:sp>
        <p:nvSpPr>
          <p:cNvPr id="250" name="Google Shape;250;p17"/>
          <p:cNvSpPr/>
          <p:nvPr>
            <p:ph idx="32" type="pic"/>
          </p:nvPr>
        </p:nvSpPr>
        <p:spPr>
          <a:xfrm>
            <a:off x="6493147" y="3256649"/>
            <a:ext cx="865800" cy="865800"/>
          </a:xfrm>
          <a:prstGeom prst="octagon">
            <a:avLst>
              <a:gd fmla="val 29289" name="adj"/>
            </a:avLst>
          </a:prstGeom>
          <a:noFill/>
          <a:ln>
            <a:noFill/>
          </a:ln>
        </p:spPr>
      </p:sp>
      <p:sp>
        <p:nvSpPr>
          <p:cNvPr id="251" name="Google Shape;251;p17"/>
          <p:cNvSpPr/>
          <p:nvPr>
            <p:ph idx="33" type="pic"/>
          </p:nvPr>
        </p:nvSpPr>
        <p:spPr>
          <a:xfrm>
            <a:off x="7883013" y="2431449"/>
            <a:ext cx="1104900" cy="865800"/>
          </a:xfrm>
          <a:prstGeom prst="parallelogram">
            <a:avLst>
              <a:gd fmla="val 25000" name="adj"/>
            </a:avLst>
          </a:prstGeom>
          <a:noFill/>
          <a:ln>
            <a:noFill/>
          </a:ln>
        </p:spPr>
      </p:sp>
      <p:sp>
        <p:nvSpPr>
          <p:cNvPr id="252" name="Google Shape;252;p17"/>
          <p:cNvSpPr/>
          <p:nvPr>
            <p:ph idx="34" type="pic"/>
          </p:nvPr>
        </p:nvSpPr>
        <p:spPr>
          <a:xfrm>
            <a:off x="7898726" y="3738145"/>
            <a:ext cx="1054800" cy="865800"/>
          </a:xfrm>
          <a:prstGeom prst="trapezoid">
            <a:avLst>
              <a:gd fmla="val 12350" name="adj"/>
            </a:avLst>
          </a:prstGeom>
          <a:noFill/>
          <a:ln>
            <a:noFill/>
          </a:ln>
        </p:spPr>
      </p:sp>
      <p:sp>
        <p:nvSpPr>
          <p:cNvPr id="253" name="Google Shape;253;p17"/>
          <p:cNvSpPr txBox="1"/>
          <p:nvPr>
            <p:ph idx="35" type="subTitle"/>
          </p:nvPr>
        </p:nvSpPr>
        <p:spPr>
          <a:xfrm>
            <a:off x="6373625" y="28126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4" name="Google Shape;254;p17"/>
          <p:cNvSpPr txBox="1"/>
          <p:nvPr>
            <p:ph idx="36" type="subTitle"/>
          </p:nvPr>
        </p:nvSpPr>
        <p:spPr>
          <a:xfrm>
            <a:off x="7883011" y="19874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5" name="Google Shape;255;p17"/>
          <p:cNvSpPr txBox="1"/>
          <p:nvPr>
            <p:ph idx="37" type="subTitle"/>
          </p:nvPr>
        </p:nvSpPr>
        <p:spPr>
          <a:xfrm>
            <a:off x="6373625" y="41496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6" name="Google Shape;256;p17"/>
          <p:cNvSpPr txBox="1"/>
          <p:nvPr>
            <p:ph idx="38" type="subTitle"/>
          </p:nvPr>
        </p:nvSpPr>
        <p:spPr>
          <a:xfrm>
            <a:off x="7883011" y="33244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7" name="Google Shape;257;p17"/>
          <p:cNvSpPr txBox="1"/>
          <p:nvPr>
            <p:ph idx="39" type="subTitle"/>
          </p:nvPr>
        </p:nvSpPr>
        <p:spPr>
          <a:xfrm>
            <a:off x="7883011" y="462726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groups 2">
  <p:cSld name="CUSTOM_2_1_1_1_1_1_1_1_1">
    <p:spTree>
      <p:nvGrpSpPr>
        <p:cNvPr id="258" name="Shape 258"/>
        <p:cNvGrpSpPr/>
        <p:nvPr/>
      </p:nvGrpSpPr>
      <p:grpSpPr>
        <a:xfrm>
          <a:off x="0" y="0"/>
          <a:ext cx="0" cy="0"/>
          <a:chOff x="0" y="0"/>
          <a:chExt cx="0" cy="0"/>
        </a:xfrm>
      </p:grpSpPr>
      <p:sp>
        <p:nvSpPr>
          <p:cNvPr id="259" name="Google Shape;259;p18"/>
          <p:cNvSpPr/>
          <p:nvPr/>
        </p:nvSpPr>
        <p:spPr>
          <a:xfrm>
            <a:off x="0" y="2571750"/>
            <a:ext cx="4572000" cy="2580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260" name="Google Shape;260;p18"/>
          <p:cNvSpPr/>
          <p:nvPr/>
        </p:nvSpPr>
        <p:spPr>
          <a:xfrm>
            <a:off x="4572000" y="0"/>
            <a:ext cx="4572000" cy="2580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261" name="Google Shape;261;p18"/>
          <p:cNvSpPr txBox="1"/>
          <p:nvPr>
            <p:ph idx="1" type="subTitle"/>
          </p:nvPr>
        </p:nvSpPr>
        <p:spPr>
          <a:xfrm>
            <a:off x="5391900" y="1038750"/>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2" name="Google Shape;262;p18"/>
          <p:cNvSpPr txBox="1"/>
          <p:nvPr>
            <p:ph idx="2" type="subTitle"/>
          </p:nvPr>
        </p:nvSpPr>
        <p:spPr>
          <a:xfrm>
            <a:off x="1025000" y="3597525"/>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3" name="Google Shape;263;p18"/>
          <p:cNvSpPr txBox="1"/>
          <p:nvPr>
            <p:ph idx="3" type="subTitle"/>
          </p:nvPr>
        </p:nvSpPr>
        <p:spPr>
          <a:xfrm>
            <a:off x="1025000" y="1038750"/>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4" name="Google Shape;264;p18"/>
          <p:cNvSpPr txBox="1"/>
          <p:nvPr>
            <p:ph idx="4" type="subTitle"/>
          </p:nvPr>
        </p:nvSpPr>
        <p:spPr>
          <a:xfrm>
            <a:off x="5391900" y="3610500"/>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5" name="Google Shape;265;p18"/>
          <p:cNvSpPr/>
          <p:nvPr>
            <p:ph idx="5" type="pic"/>
          </p:nvPr>
        </p:nvSpPr>
        <p:spPr>
          <a:xfrm>
            <a:off x="7281668" y="4104482"/>
            <a:ext cx="845100" cy="845100"/>
          </a:xfrm>
          <a:prstGeom prst="teardrop">
            <a:avLst>
              <a:gd fmla="val 100000" name="adj"/>
            </a:avLst>
          </a:prstGeom>
          <a:noFill/>
          <a:ln>
            <a:noFill/>
          </a:ln>
        </p:spPr>
      </p:sp>
      <p:sp>
        <p:nvSpPr>
          <p:cNvPr id="266" name="Google Shape;266;p18"/>
          <p:cNvSpPr/>
          <p:nvPr>
            <p:ph idx="6" type="pic"/>
          </p:nvPr>
        </p:nvSpPr>
        <p:spPr>
          <a:xfrm>
            <a:off x="2766425" y="82475"/>
            <a:ext cx="1033800" cy="1033800"/>
          </a:xfrm>
          <a:prstGeom prst="diamond">
            <a:avLst/>
          </a:prstGeom>
          <a:noFill/>
          <a:ln>
            <a:noFill/>
          </a:ln>
        </p:spPr>
      </p:sp>
      <p:sp>
        <p:nvSpPr>
          <p:cNvPr id="267" name="Google Shape;267;p18"/>
          <p:cNvSpPr/>
          <p:nvPr>
            <p:ph idx="7" type="pic"/>
          </p:nvPr>
        </p:nvSpPr>
        <p:spPr>
          <a:xfrm>
            <a:off x="1694350" y="1590164"/>
            <a:ext cx="1033800" cy="848400"/>
          </a:xfrm>
          <a:prstGeom prst="trapezoid">
            <a:avLst>
              <a:gd fmla="val 12350" name="adj"/>
            </a:avLst>
          </a:prstGeom>
          <a:noFill/>
          <a:ln>
            <a:noFill/>
          </a:ln>
        </p:spPr>
      </p:sp>
      <p:sp>
        <p:nvSpPr>
          <p:cNvPr id="268" name="Google Shape;268;p18"/>
          <p:cNvSpPr/>
          <p:nvPr>
            <p:ph idx="8" type="pic"/>
          </p:nvPr>
        </p:nvSpPr>
        <p:spPr>
          <a:xfrm>
            <a:off x="471375" y="943066"/>
            <a:ext cx="1033800" cy="810000"/>
          </a:xfrm>
          <a:prstGeom prst="parallelogram">
            <a:avLst>
              <a:gd fmla="val 25000" name="adj"/>
            </a:avLst>
          </a:prstGeom>
          <a:noFill/>
          <a:ln>
            <a:noFill/>
          </a:ln>
        </p:spPr>
      </p:sp>
      <p:sp>
        <p:nvSpPr>
          <p:cNvPr id="269" name="Google Shape;269;p18"/>
          <p:cNvSpPr/>
          <p:nvPr>
            <p:ph idx="9" type="pic"/>
          </p:nvPr>
        </p:nvSpPr>
        <p:spPr>
          <a:xfrm>
            <a:off x="7232328" y="208314"/>
            <a:ext cx="943800" cy="943800"/>
          </a:xfrm>
          <a:prstGeom prst="pentagon">
            <a:avLst>
              <a:gd fmla="val 105146" name="hf"/>
              <a:gd fmla="val 110557" name="vf"/>
            </a:avLst>
          </a:prstGeom>
          <a:noFill/>
          <a:ln>
            <a:noFill/>
          </a:ln>
        </p:spPr>
      </p:sp>
      <p:sp>
        <p:nvSpPr>
          <p:cNvPr id="270" name="Google Shape;270;p18"/>
          <p:cNvSpPr/>
          <p:nvPr>
            <p:ph idx="13" type="pic"/>
          </p:nvPr>
        </p:nvSpPr>
        <p:spPr>
          <a:xfrm>
            <a:off x="4926593" y="1453373"/>
            <a:ext cx="845100" cy="845100"/>
          </a:xfrm>
          <a:prstGeom prst="octagon">
            <a:avLst>
              <a:gd fmla="val 29289" name="adj"/>
            </a:avLst>
          </a:prstGeom>
          <a:noFill/>
          <a:ln>
            <a:noFill/>
          </a:ln>
        </p:spPr>
      </p:sp>
      <p:sp>
        <p:nvSpPr>
          <p:cNvPr id="271" name="Google Shape;271;p18"/>
          <p:cNvSpPr/>
          <p:nvPr>
            <p:ph idx="14" type="pic"/>
          </p:nvPr>
        </p:nvSpPr>
        <p:spPr>
          <a:xfrm>
            <a:off x="3337313" y="1453363"/>
            <a:ext cx="925800" cy="925800"/>
          </a:xfrm>
          <a:prstGeom prst="teardrop">
            <a:avLst>
              <a:gd fmla="val 100000" name="adj"/>
            </a:avLst>
          </a:prstGeom>
          <a:noFill/>
          <a:ln>
            <a:noFill/>
          </a:ln>
        </p:spPr>
      </p:sp>
      <p:sp>
        <p:nvSpPr>
          <p:cNvPr id="272" name="Google Shape;272;p18"/>
          <p:cNvSpPr/>
          <p:nvPr>
            <p:ph idx="15" type="pic"/>
          </p:nvPr>
        </p:nvSpPr>
        <p:spPr>
          <a:xfrm>
            <a:off x="5117041" y="2817273"/>
            <a:ext cx="1078500" cy="845100"/>
          </a:xfrm>
          <a:prstGeom prst="parallelogram">
            <a:avLst>
              <a:gd fmla="val 25000" name="adj"/>
            </a:avLst>
          </a:prstGeom>
          <a:noFill/>
          <a:ln>
            <a:noFill/>
          </a:ln>
        </p:spPr>
      </p:sp>
      <p:sp>
        <p:nvSpPr>
          <p:cNvPr id="273" name="Google Shape;273;p18"/>
          <p:cNvSpPr/>
          <p:nvPr>
            <p:ph idx="16" type="pic"/>
          </p:nvPr>
        </p:nvSpPr>
        <p:spPr>
          <a:xfrm>
            <a:off x="942143" y="2666705"/>
            <a:ext cx="943800" cy="943800"/>
          </a:xfrm>
          <a:prstGeom prst="pentagon">
            <a:avLst>
              <a:gd fmla="val 105146" name="hf"/>
              <a:gd fmla="val 110557" name="vf"/>
            </a:avLst>
          </a:prstGeom>
          <a:noFill/>
          <a:ln>
            <a:noFill/>
          </a:ln>
        </p:spPr>
      </p:sp>
      <p:sp>
        <p:nvSpPr>
          <p:cNvPr id="274" name="Google Shape;274;p18"/>
          <p:cNvSpPr/>
          <p:nvPr>
            <p:ph idx="17" type="pic"/>
          </p:nvPr>
        </p:nvSpPr>
        <p:spPr>
          <a:xfrm>
            <a:off x="3001785" y="2765398"/>
            <a:ext cx="1078500" cy="845100"/>
          </a:xfrm>
          <a:prstGeom prst="parallelogram">
            <a:avLst>
              <a:gd fmla="val 25000" name="adj"/>
            </a:avLst>
          </a:prstGeom>
          <a:noFill/>
          <a:ln>
            <a:noFill/>
          </a:ln>
        </p:spPr>
      </p:sp>
      <p:sp>
        <p:nvSpPr>
          <p:cNvPr id="275" name="Google Shape;275;p18"/>
          <p:cNvSpPr/>
          <p:nvPr>
            <p:ph idx="18" type="pic"/>
          </p:nvPr>
        </p:nvSpPr>
        <p:spPr>
          <a:xfrm>
            <a:off x="2733725" y="3996724"/>
            <a:ext cx="943800" cy="943800"/>
          </a:xfrm>
          <a:prstGeom prst="pentagon">
            <a:avLst>
              <a:gd fmla="val 105146" name="hf"/>
              <a:gd fmla="val 110557" name="vf"/>
            </a:avLst>
          </a:prstGeom>
          <a:noFill/>
          <a:ln>
            <a:noFill/>
          </a:ln>
        </p:spPr>
      </p:sp>
      <p:sp>
        <p:nvSpPr>
          <p:cNvPr id="276" name="Google Shape;276;p18"/>
          <p:cNvSpPr/>
          <p:nvPr>
            <p:ph idx="19" type="pic"/>
          </p:nvPr>
        </p:nvSpPr>
        <p:spPr>
          <a:xfrm>
            <a:off x="671603" y="4104479"/>
            <a:ext cx="1029600" cy="845100"/>
          </a:xfrm>
          <a:prstGeom prst="trapezoid">
            <a:avLst>
              <a:gd fmla="val 12350" name="adj"/>
            </a:avLst>
          </a:prstGeom>
          <a:noFill/>
          <a:ln>
            <a:noFill/>
          </a:ln>
        </p:spPr>
      </p:sp>
      <p:sp>
        <p:nvSpPr>
          <p:cNvPr id="277" name="Google Shape;277;p18"/>
          <p:cNvSpPr/>
          <p:nvPr>
            <p:ph idx="20" type="pic"/>
          </p:nvPr>
        </p:nvSpPr>
        <p:spPr>
          <a:xfrm>
            <a:off x="5117047" y="176817"/>
            <a:ext cx="1078500" cy="845100"/>
          </a:xfrm>
          <a:prstGeom prst="parallelogram">
            <a:avLst>
              <a:gd fmla="val 25000" name="adj"/>
            </a:avLst>
          </a:prstGeom>
          <a:noFill/>
          <a:ln>
            <a:noFill/>
          </a:ln>
        </p:spPr>
      </p:sp>
      <p:sp>
        <p:nvSpPr>
          <p:cNvPr id="278" name="Google Shape;278;p18"/>
          <p:cNvSpPr/>
          <p:nvPr>
            <p:ph idx="21" type="pic"/>
          </p:nvPr>
        </p:nvSpPr>
        <p:spPr>
          <a:xfrm>
            <a:off x="7589511" y="1493717"/>
            <a:ext cx="845100" cy="845100"/>
          </a:xfrm>
          <a:prstGeom prst="teardrop">
            <a:avLst>
              <a:gd fmla="val 100000" name="adj"/>
            </a:avLst>
          </a:prstGeom>
          <a:noFill/>
          <a:ln>
            <a:noFill/>
          </a:ln>
        </p:spPr>
      </p:sp>
      <p:sp>
        <p:nvSpPr>
          <p:cNvPr id="279" name="Google Shape;279;p18"/>
          <p:cNvSpPr/>
          <p:nvPr>
            <p:ph idx="22" type="pic"/>
          </p:nvPr>
        </p:nvSpPr>
        <p:spPr>
          <a:xfrm>
            <a:off x="7405007" y="2680430"/>
            <a:ext cx="1029600" cy="1029600"/>
          </a:xfrm>
          <a:prstGeom prst="diamond">
            <a:avLst/>
          </a:prstGeom>
          <a:noFill/>
          <a:ln>
            <a:noFill/>
          </a:ln>
        </p:spPr>
      </p:sp>
      <p:sp>
        <p:nvSpPr>
          <p:cNvPr id="280" name="Google Shape;280;p18"/>
          <p:cNvSpPr/>
          <p:nvPr>
            <p:ph idx="23" type="pic"/>
          </p:nvPr>
        </p:nvSpPr>
        <p:spPr>
          <a:xfrm>
            <a:off x="5391900" y="3996724"/>
            <a:ext cx="943800" cy="943800"/>
          </a:xfrm>
          <a:prstGeom prst="pentagon">
            <a:avLst>
              <a:gd fmla="val 105146" name="hf"/>
              <a:gd fmla="val 110557" name="vf"/>
            </a:avLst>
          </a:prstGeom>
          <a:noFill/>
          <a:ln>
            <a:noFill/>
          </a:ln>
        </p:spPr>
      </p:sp>
      <p:sp>
        <p:nvSpPr>
          <p:cNvPr id="281" name="Google Shape;281;p18"/>
          <p:cNvSpPr txBox="1"/>
          <p:nvPr>
            <p:ph type="title"/>
          </p:nvPr>
        </p:nvSpPr>
        <p:spPr>
          <a:xfrm>
            <a:off x="488375" y="208325"/>
            <a:ext cx="3591900" cy="782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lgn="ctr">
              <a:spcBef>
                <a:spcPts val="0"/>
              </a:spcBef>
              <a:spcAft>
                <a:spcPts val="0"/>
              </a:spcAft>
              <a:buClr>
                <a:schemeClr val="dk1"/>
              </a:buClr>
              <a:buSzPts val="5600"/>
              <a:buNone/>
              <a:defRPr>
                <a:solidFill>
                  <a:schemeClr val="dk1"/>
                </a:solidFill>
              </a:defRPr>
            </a:lvl2pPr>
            <a:lvl3pPr lvl="2" algn="ctr">
              <a:spcBef>
                <a:spcPts val="0"/>
              </a:spcBef>
              <a:spcAft>
                <a:spcPts val="0"/>
              </a:spcAft>
              <a:buClr>
                <a:schemeClr val="dk1"/>
              </a:buClr>
              <a:buSzPts val="5600"/>
              <a:buNone/>
              <a:defRPr>
                <a:solidFill>
                  <a:schemeClr val="dk1"/>
                </a:solidFill>
              </a:defRPr>
            </a:lvl3pPr>
            <a:lvl4pPr lvl="3" algn="ctr">
              <a:spcBef>
                <a:spcPts val="0"/>
              </a:spcBef>
              <a:spcAft>
                <a:spcPts val="0"/>
              </a:spcAft>
              <a:buClr>
                <a:schemeClr val="dk1"/>
              </a:buClr>
              <a:buSzPts val="5600"/>
              <a:buNone/>
              <a:defRPr>
                <a:solidFill>
                  <a:schemeClr val="dk1"/>
                </a:solidFill>
              </a:defRPr>
            </a:lvl4pPr>
            <a:lvl5pPr lvl="4" algn="ctr">
              <a:spcBef>
                <a:spcPts val="0"/>
              </a:spcBef>
              <a:spcAft>
                <a:spcPts val="0"/>
              </a:spcAft>
              <a:buClr>
                <a:schemeClr val="dk1"/>
              </a:buClr>
              <a:buSzPts val="5600"/>
              <a:buNone/>
              <a:defRPr>
                <a:solidFill>
                  <a:schemeClr val="dk1"/>
                </a:solidFill>
              </a:defRPr>
            </a:lvl5pPr>
            <a:lvl6pPr lvl="5" algn="ctr">
              <a:spcBef>
                <a:spcPts val="0"/>
              </a:spcBef>
              <a:spcAft>
                <a:spcPts val="0"/>
              </a:spcAft>
              <a:buClr>
                <a:schemeClr val="dk1"/>
              </a:buClr>
              <a:buSzPts val="5600"/>
              <a:buNone/>
              <a:defRPr>
                <a:solidFill>
                  <a:schemeClr val="dk1"/>
                </a:solidFill>
              </a:defRPr>
            </a:lvl6pPr>
            <a:lvl7pPr lvl="6" algn="ctr">
              <a:spcBef>
                <a:spcPts val="0"/>
              </a:spcBef>
              <a:spcAft>
                <a:spcPts val="0"/>
              </a:spcAft>
              <a:buClr>
                <a:schemeClr val="dk1"/>
              </a:buClr>
              <a:buSzPts val="5600"/>
              <a:buNone/>
              <a:defRPr>
                <a:solidFill>
                  <a:schemeClr val="dk1"/>
                </a:solidFill>
              </a:defRPr>
            </a:lvl7pPr>
            <a:lvl8pPr lvl="7" algn="ctr">
              <a:spcBef>
                <a:spcPts val="0"/>
              </a:spcBef>
              <a:spcAft>
                <a:spcPts val="0"/>
              </a:spcAft>
              <a:buClr>
                <a:schemeClr val="dk1"/>
              </a:buClr>
              <a:buSzPts val="5600"/>
              <a:buNone/>
              <a:defRPr>
                <a:solidFill>
                  <a:schemeClr val="dk1"/>
                </a:solidFill>
              </a:defRPr>
            </a:lvl8pPr>
            <a:lvl9pPr lvl="8" algn="ctr">
              <a:spcBef>
                <a:spcPts val="0"/>
              </a:spcBef>
              <a:spcAft>
                <a:spcPts val="0"/>
              </a:spcAft>
              <a:buClr>
                <a:schemeClr val="dk1"/>
              </a:buClr>
              <a:buSzPts val="5600"/>
              <a:buNone/>
              <a:defRPr>
                <a:solidFill>
                  <a:schemeClr val="dk1"/>
                </a:solidFill>
              </a:defRPr>
            </a:lvl9pPr>
          </a:lstStyle>
          <a:p/>
        </p:txBody>
      </p:sp>
      <p:sp>
        <p:nvSpPr>
          <p:cNvPr id="282" name="Google Shape;282;p18"/>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8"/>
          <p:cNvSpPr txBox="1"/>
          <p:nvPr>
            <p:ph idx="2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84" name="Google Shape;284;p18"/>
          <p:cNvSpPr txBox="1"/>
          <p:nvPr>
            <p:ph idx="2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85" name="Google Shape;285;p18"/>
          <p:cNvSpPr txBox="1"/>
          <p:nvPr>
            <p:ph idx="2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guide id="2" orient="horz" pos="16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centage">
  <p:cSld name="CUSTOM_2_1_1_1_1_1_2">
    <p:spTree>
      <p:nvGrpSpPr>
        <p:cNvPr id="286" name="Shape 286"/>
        <p:cNvGrpSpPr/>
        <p:nvPr/>
      </p:nvGrpSpPr>
      <p:grpSpPr>
        <a:xfrm>
          <a:off x="0" y="0"/>
          <a:ext cx="0" cy="0"/>
          <a:chOff x="0" y="0"/>
          <a:chExt cx="0" cy="0"/>
        </a:xfrm>
      </p:grpSpPr>
      <p:sp>
        <p:nvSpPr>
          <p:cNvPr id="287" name="Google Shape;287;p19"/>
          <p:cNvSpPr/>
          <p:nvPr/>
        </p:nvSpPr>
        <p:spPr>
          <a:xfrm>
            <a:off x="4572000" y="-100"/>
            <a:ext cx="4580700" cy="514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288" name="Google Shape;288;p19"/>
          <p:cNvSpPr txBox="1"/>
          <p:nvPr>
            <p:ph type="title"/>
          </p:nvPr>
        </p:nvSpPr>
        <p:spPr>
          <a:xfrm>
            <a:off x="606176" y="209625"/>
            <a:ext cx="3202500" cy="1155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89" name="Google Shape;289;p19"/>
          <p:cNvSpPr txBox="1"/>
          <p:nvPr>
            <p:ph idx="1" type="body"/>
          </p:nvPr>
        </p:nvSpPr>
        <p:spPr>
          <a:xfrm>
            <a:off x="637550" y="1316375"/>
            <a:ext cx="3202500" cy="2028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0" name="Google Shape;290;p19"/>
          <p:cNvSpPr txBox="1"/>
          <p:nvPr>
            <p:ph idx="2" type="title"/>
          </p:nvPr>
        </p:nvSpPr>
        <p:spPr>
          <a:xfrm>
            <a:off x="4903076" y="2401725"/>
            <a:ext cx="3202500" cy="1155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5600"/>
              <a:buNone/>
              <a:defRPr/>
            </a:lvl1pPr>
            <a:lvl2pPr lvl="1">
              <a:spcBef>
                <a:spcPts val="0"/>
              </a:spcBef>
              <a:spcAft>
                <a:spcPts val="0"/>
              </a:spcAft>
              <a:buClr>
                <a:schemeClr val="dk1"/>
              </a:buClr>
              <a:buSzPts val="5600"/>
              <a:buNone/>
              <a:defRPr>
                <a:solidFill>
                  <a:schemeClr val="dk1"/>
                </a:solidFill>
              </a:defRPr>
            </a:lvl2pPr>
            <a:lvl3pPr lvl="2">
              <a:spcBef>
                <a:spcPts val="0"/>
              </a:spcBef>
              <a:spcAft>
                <a:spcPts val="0"/>
              </a:spcAft>
              <a:buClr>
                <a:schemeClr val="dk1"/>
              </a:buClr>
              <a:buSzPts val="5600"/>
              <a:buNone/>
              <a:defRPr>
                <a:solidFill>
                  <a:schemeClr val="dk1"/>
                </a:solidFill>
              </a:defRPr>
            </a:lvl3pPr>
            <a:lvl4pPr lvl="3">
              <a:spcBef>
                <a:spcPts val="0"/>
              </a:spcBef>
              <a:spcAft>
                <a:spcPts val="0"/>
              </a:spcAft>
              <a:buClr>
                <a:schemeClr val="dk1"/>
              </a:buClr>
              <a:buSzPts val="5600"/>
              <a:buNone/>
              <a:defRPr>
                <a:solidFill>
                  <a:schemeClr val="dk1"/>
                </a:solidFill>
              </a:defRPr>
            </a:lvl4pPr>
            <a:lvl5pPr lvl="4">
              <a:spcBef>
                <a:spcPts val="0"/>
              </a:spcBef>
              <a:spcAft>
                <a:spcPts val="0"/>
              </a:spcAft>
              <a:buClr>
                <a:schemeClr val="dk1"/>
              </a:buClr>
              <a:buSzPts val="5600"/>
              <a:buNone/>
              <a:defRPr>
                <a:solidFill>
                  <a:schemeClr val="dk1"/>
                </a:solidFill>
              </a:defRPr>
            </a:lvl5pPr>
            <a:lvl6pPr lvl="5">
              <a:spcBef>
                <a:spcPts val="0"/>
              </a:spcBef>
              <a:spcAft>
                <a:spcPts val="0"/>
              </a:spcAft>
              <a:buClr>
                <a:schemeClr val="dk1"/>
              </a:buClr>
              <a:buSzPts val="5600"/>
              <a:buNone/>
              <a:defRPr>
                <a:solidFill>
                  <a:schemeClr val="dk1"/>
                </a:solidFill>
              </a:defRPr>
            </a:lvl6pPr>
            <a:lvl7pPr lvl="6">
              <a:spcBef>
                <a:spcPts val="0"/>
              </a:spcBef>
              <a:spcAft>
                <a:spcPts val="0"/>
              </a:spcAft>
              <a:buClr>
                <a:schemeClr val="dk1"/>
              </a:buClr>
              <a:buSzPts val="5600"/>
              <a:buNone/>
              <a:defRPr>
                <a:solidFill>
                  <a:schemeClr val="dk1"/>
                </a:solidFill>
              </a:defRPr>
            </a:lvl7pPr>
            <a:lvl8pPr lvl="7">
              <a:spcBef>
                <a:spcPts val="0"/>
              </a:spcBef>
              <a:spcAft>
                <a:spcPts val="0"/>
              </a:spcAft>
              <a:buClr>
                <a:schemeClr val="dk1"/>
              </a:buClr>
              <a:buSzPts val="5600"/>
              <a:buNone/>
              <a:defRPr>
                <a:solidFill>
                  <a:schemeClr val="dk1"/>
                </a:solidFill>
              </a:defRPr>
            </a:lvl8pPr>
            <a:lvl9pPr lvl="8">
              <a:spcBef>
                <a:spcPts val="0"/>
              </a:spcBef>
              <a:spcAft>
                <a:spcPts val="0"/>
              </a:spcAft>
              <a:buClr>
                <a:schemeClr val="dk1"/>
              </a:buClr>
              <a:buSzPts val="5600"/>
              <a:buNone/>
              <a:defRPr>
                <a:solidFill>
                  <a:schemeClr val="dk1"/>
                </a:solidFill>
              </a:defRPr>
            </a:lvl9pPr>
          </a:lstStyle>
          <a:p/>
        </p:txBody>
      </p:sp>
      <p:sp>
        <p:nvSpPr>
          <p:cNvPr id="291" name="Google Shape;291;p19"/>
          <p:cNvSpPr txBox="1"/>
          <p:nvPr>
            <p:ph idx="3" type="body"/>
          </p:nvPr>
        </p:nvSpPr>
        <p:spPr>
          <a:xfrm>
            <a:off x="4934450" y="3508475"/>
            <a:ext cx="3202500" cy="1376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Char char="●"/>
              <a:defRPr/>
            </a:lvl1pPr>
            <a:lvl2pPr indent="-298450" lvl="1" marL="914400">
              <a:spcBef>
                <a:spcPts val="0"/>
              </a:spcBef>
              <a:spcAft>
                <a:spcPts val="0"/>
              </a:spcAft>
              <a:buClr>
                <a:schemeClr val="dk1"/>
              </a:buClr>
              <a:buSzPts val="1100"/>
              <a:buChar char="○"/>
              <a:defRPr/>
            </a:lvl2pPr>
            <a:lvl3pPr indent="-298450" lvl="2" marL="1371600">
              <a:spcBef>
                <a:spcPts val="0"/>
              </a:spcBef>
              <a:spcAft>
                <a:spcPts val="0"/>
              </a:spcAft>
              <a:buClr>
                <a:schemeClr val="dk1"/>
              </a:buClr>
              <a:buSzPts val="1100"/>
              <a:buChar char="■"/>
              <a:defRPr/>
            </a:lvl3pPr>
            <a:lvl4pPr indent="-298450" lvl="3" marL="1828800">
              <a:spcBef>
                <a:spcPts val="0"/>
              </a:spcBef>
              <a:spcAft>
                <a:spcPts val="0"/>
              </a:spcAft>
              <a:buClr>
                <a:schemeClr val="dk1"/>
              </a:buClr>
              <a:buSzPts val="1100"/>
              <a:buChar char="●"/>
              <a:defRPr/>
            </a:lvl4pPr>
            <a:lvl5pPr indent="-298450" lvl="4" marL="2286000">
              <a:spcBef>
                <a:spcPts val="0"/>
              </a:spcBef>
              <a:spcAft>
                <a:spcPts val="0"/>
              </a:spcAft>
              <a:buClr>
                <a:schemeClr val="dk1"/>
              </a:buClr>
              <a:buSzPts val="1100"/>
              <a:buChar char="○"/>
              <a:defRPr/>
            </a:lvl5pPr>
            <a:lvl6pPr indent="-298450" lvl="5" marL="2743200">
              <a:spcBef>
                <a:spcPts val="0"/>
              </a:spcBef>
              <a:spcAft>
                <a:spcPts val="0"/>
              </a:spcAft>
              <a:buClr>
                <a:schemeClr val="dk1"/>
              </a:buClr>
              <a:buSzPts val="1100"/>
              <a:buChar char="■"/>
              <a:defRPr/>
            </a:lvl6pPr>
            <a:lvl7pPr indent="-298450" lvl="6" marL="3200400">
              <a:spcBef>
                <a:spcPts val="0"/>
              </a:spcBef>
              <a:spcAft>
                <a:spcPts val="0"/>
              </a:spcAft>
              <a:buClr>
                <a:schemeClr val="dk1"/>
              </a:buClr>
              <a:buSzPts val="1100"/>
              <a:buChar char="●"/>
              <a:defRPr/>
            </a:lvl7pPr>
            <a:lvl8pPr indent="-298450" lvl="7" marL="3657600">
              <a:spcBef>
                <a:spcPts val="0"/>
              </a:spcBef>
              <a:spcAft>
                <a:spcPts val="0"/>
              </a:spcAft>
              <a:buClr>
                <a:schemeClr val="dk1"/>
              </a:buClr>
              <a:buSzPts val="1100"/>
              <a:buChar char="○"/>
              <a:defRPr/>
            </a:lvl8pPr>
            <a:lvl9pPr indent="-298450" lvl="8" marL="4114800">
              <a:spcBef>
                <a:spcPts val="0"/>
              </a:spcBef>
              <a:spcAft>
                <a:spcPts val="0"/>
              </a:spcAft>
              <a:buClr>
                <a:schemeClr val="dk1"/>
              </a:buClr>
              <a:buSzPts val="1100"/>
              <a:buChar char="■"/>
              <a:defRPr/>
            </a:lvl9pPr>
          </a:lstStyle>
          <a:p/>
        </p:txBody>
      </p:sp>
      <p:sp>
        <p:nvSpPr>
          <p:cNvPr id="292" name="Google Shape;292;p19"/>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txBox="1"/>
          <p:nvPr>
            <p:ph idx="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94" name="Google Shape;294;p19"/>
          <p:cNvSpPr txBox="1"/>
          <p:nvPr>
            <p:ph idx="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95" name="Google Shape;295;p19"/>
          <p:cNvSpPr txBox="1"/>
          <p:nvPr>
            <p:ph idx="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_1_1_1_1_1_2_1">
    <p:spTree>
      <p:nvGrpSpPr>
        <p:cNvPr id="296" name="Shape 296"/>
        <p:cNvGrpSpPr/>
        <p:nvPr/>
      </p:nvGrpSpPr>
      <p:grpSpPr>
        <a:xfrm>
          <a:off x="0" y="0"/>
          <a:ext cx="0" cy="0"/>
          <a:chOff x="0" y="0"/>
          <a:chExt cx="0" cy="0"/>
        </a:xfrm>
      </p:grpSpPr>
      <p:sp>
        <p:nvSpPr>
          <p:cNvPr id="297" name="Google Shape;297;p20"/>
          <p:cNvSpPr txBox="1"/>
          <p:nvPr/>
        </p:nvSpPr>
        <p:spPr>
          <a:xfrm>
            <a:off x="91634" y="-352519"/>
            <a:ext cx="3167400" cy="57258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n" sz="40000">
                <a:solidFill>
                  <a:schemeClr val="accent1"/>
                </a:solidFill>
                <a:latin typeface="Unbounded"/>
                <a:ea typeface="Unbounded"/>
                <a:cs typeface="Unbounded"/>
                <a:sym typeface="Unbounded"/>
              </a:rPr>
              <a:t>“</a:t>
            </a:r>
            <a:endParaRPr sz="40000">
              <a:solidFill>
                <a:schemeClr val="accent1"/>
              </a:solidFill>
              <a:latin typeface="Unbounded"/>
              <a:ea typeface="Unbounded"/>
              <a:cs typeface="Unbounded"/>
              <a:sym typeface="Unbounded"/>
            </a:endParaRPr>
          </a:p>
        </p:txBody>
      </p:sp>
      <p:sp>
        <p:nvSpPr>
          <p:cNvPr id="298" name="Google Shape;298;p20"/>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chemeClr val="lt1"/>
              </a:buClr>
              <a:buSzPts val="5600"/>
              <a:buNone/>
              <a:defRPr sz="56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99" name="Google Shape;299;p20"/>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0"/>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1" name="Google Shape;301;p20"/>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2" name="Google Shape;302;p20"/>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2_1_1_1_1_1_2_1_1">
    <p:spTree>
      <p:nvGrpSpPr>
        <p:cNvPr id="303" name="Shape 303"/>
        <p:cNvGrpSpPr/>
        <p:nvPr/>
      </p:nvGrpSpPr>
      <p:grpSpPr>
        <a:xfrm>
          <a:off x="0" y="0"/>
          <a:ext cx="0" cy="0"/>
          <a:chOff x="0" y="0"/>
          <a:chExt cx="0" cy="0"/>
        </a:xfrm>
      </p:grpSpPr>
      <p:sp>
        <p:nvSpPr>
          <p:cNvPr id="304" name="Google Shape;304;p21"/>
          <p:cNvSpPr/>
          <p:nvPr/>
        </p:nvSpPr>
        <p:spPr>
          <a:xfrm>
            <a:off x="565225" y="157000"/>
            <a:ext cx="8394600" cy="4218300"/>
          </a:xfrm>
          <a:prstGeom prst="wedgeRectCallout">
            <a:avLst>
              <a:gd fmla="val -33264" name="adj1"/>
              <a:gd fmla="val 63432"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1"/>
          <p:cNvSpPr txBox="1"/>
          <p:nvPr/>
        </p:nvSpPr>
        <p:spPr>
          <a:xfrm>
            <a:off x="717625" y="78725"/>
            <a:ext cx="1926000" cy="4340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0">
                <a:solidFill>
                  <a:schemeClr val="lt1"/>
                </a:solidFill>
                <a:latin typeface="Unbounded"/>
                <a:ea typeface="Unbounded"/>
                <a:cs typeface="Unbounded"/>
                <a:sym typeface="Unbounded"/>
              </a:rPr>
              <a:t>“</a:t>
            </a:r>
            <a:endParaRPr sz="30000">
              <a:solidFill>
                <a:schemeClr val="lt1"/>
              </a:solidFill>
              <a:latin typeface="Unbounded"/>
              <a:ea typeface="Unbounded"/>
              <a:cs typeface="Unbounded"/>
              <a:sym typeface="Unbounded"/>
            </a:endParaRPr>
          </a:p>
        </p:txBody>
      </p:sp>
      <p:sp>
        <p:nvSpPr>
          <p:cNvPr id="306" name="Google Shape;306;p21"/>
          <p:cNvSpPr txBox="1"/>
          <p:nvPr>
            <p:ph idx="1" type="subTitle"/>
          </p:nvPr>
        </p:nvSpPr>
        <p:spPr>
          <a:xfrm>
            <a:off x="2643625" y="454150"/>
            <a:ext cx="6090000" cy="36420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1"/>
              </a:buClr>
              <a:buSzPts val="3600"/>
              <a:buNone/>
              <a:defRPr sz="3600"/>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307" name="Google Shape;307;p21"/>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9" name="Google Shape;309;p21"/>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0" name="Google Shape;310;p21"/>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USTOM_2_1_1_1_1_1_2_1_1_1">
    <p:bg>
      <p:bgPr>
        <a:solidFill>
          <a:schemeClr val="dk1"/>
        </a:solidFill>
      </p:bgPr>
    </p:bg>
    <p:spTree>
      <p:nvGrpSpPr>
        <p:cNvPr id="311" name="Shape 311"/>
        <p:cNvGrpSpPr/>
        <p:nvPr/>
      </p:nvGrpSpPr>
      <p:grpSpPr>
        <a:xfrm>
          <a:off x="0" y="0"/>
          <a:ext cx="0" cy="0"/>
          <a:chOff x="0" y="0"/>
          <a:chExt cx="0" cy="0"/>
        </a:xfrm>
      </p:grpSpPr>
      <p:sp>
        <p:nvSpPr>
          <p:cNvPr id="312" name="Google Shape;312;p22"/>
          <p:cNvSpPr/>
          <p:nvPr/>
        </p:nvSpPr>
        <p:spPr>
          <a:xfrm>
            <a:off x="565225" y="157000"/>
            <a:ext cx="8394600" cy="4218300"/>
          </a:xfrm>
          <a:prstGeom prst="wedgeRectCallout">
            <a:avLst>
              <a:gd fmla="val -33264" name="adj1"/>
              <a:gd fmla="val 63432"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22"/>
          <p:cNvSpPr txBox="1"/>
          <p:nvPr/>
        </p:nvSpPr>
        <p:spPr>
          <a:xfrm>
            <a:off x="717625" y="78725"/>
            <a:ext cx="1926000" cy="4340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0">
                <a:solidFill>
                  <a:schemeClr val="lt1"/>
                </a:solidFill>
                <a:latin typeface="Unbounded"/>
                <a:ea typeface="Unbounded"/>
                <a:cs typeface="Unbounded"/>
                <a:sym typeface="Unbounded"/>
              </a:rPr>
              <a:t>“</a:t>
            </a:r>
            <a:endParaRPr sz="30000">
              <a:solidFill>
                <a:schemeClr val="lt1"/>
              </a:solidFill>
              <a:latin typeface="Unbounded"/>
              <a:ea typeface="Unbounded"/>
              <a:cs typeface="Unbounded"/>
              <a:sym typeface="Unbounded"/>
            </a:endParaRPr>
          </a:p>
        </p:txBody>
      </p:sp>
      <p:sp>
        <p:nvSpPr>
          <p:cNvPr id="314" name="Google Shape;314;p22"/>
          <p:cNvSpPr txBox="1"/>
          <p:nvPr>
            <p:ph idx="1" type="subTitle"/>
          </p:nvPr>
        </p:nvSpPr>
        <p:spPr>
          <a:xfrm>
            <a:off x="2643625" y="454150"/>
            <a:ext cx="6090000" cy="36420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1"/>
              </a:buClr>
              <a:buSzPts val="3600"/>
              <a:buNone/>
              <a:defRPr sz="3600"/>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315" name="Google Shape;315;p22"/>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7" name="Google Shape;317;p22"/>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8" name="Google Shape;318;p22"/>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sections">
  <p:cSld name="CUSTOM_2_1_1_1_1_1_2_1_2_1">
    <p:spTree>
      <p:nvGrpSpPr>
        <p:cNvPr id="319" name="Shape 319"/>
        <p:cNvGrpSpPr/>
        <p:nvPr/>
      </p:nvGrpSpPr>
      <p:grpSpPr>
        <a:xfrm>
          <a:off x="0" y="0"/>
          <a:ext cx="0" cy="0"/>
          <a:chOff x="0" y="0"/>
          <a:chExt cx="0" cy="0"/>
        </a:xfrm>
      </p:grpSpPr>
      <p:sp>
        <p:nvSpPr>
          <p:cNvPr id="320" name="Google Shape;320;p23"/>
          <p:cNvSpPr txBox="1"/>
          <p:nvPr>
            <p:ph idx="1" type="body"/>
          </p:nvPr>
        </p:nvSpPr>
        <p:spPr>
          <a:xfrm>
            <a:off x="1043825" y="3013059"/>
            <a:ext cx="2161800" cy="8472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1" name="Google Shape;321;p23"/>
          <p:cNvSpPr txBox="1"/>
          <p:nvPr>
            <p:ph type="title"/>
          </p:nvPr>
        </p:nvSpPr>
        <p:spPr>
          <a:xfrm>
            <a:off x="328350" y="160550"/>
            <a:ext cx="8487300" cy="1481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5600"/>
              <a:buNone/>
              <a:defRPr>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sp>
        <p:nvSpPr>
          <p:cNvPr id="322" name="Google Shape;322;p23"/>
          <p:cNvSpPr/>
          <p:nvPr/>
        </p:nvSpPr>
        <p:spPr>
          <a:xfrm>
            <a:off x="1842125" y="2085075"/>
            <a:ext cx="565200" cy="423900"/>
          </a:xfrm>
          <a:prstGeom prst="parallelogram">
            <a:avLst>
              <a:gd fmla="val 25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3" name="Google Shape;323;p23"/>
          <p:cNvSpPr/>
          <p:nvPr/>
        </p:nvSpPr>
        <p:spPr>
          <a:xfrm>
            <a:off x="4490425" y="2029575"/>
            <a:ext cx="534900" cy="534900"/>
          </a:xfrm>
          <a:prstGeom prst="diamond">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4" name="Google Shape;324;p23"/>
          <p:cNvSpPr/>
          <p:nvPr/>
        </p:nvSpPr>
        <p:spPr>
          <a:xfrm rot="2700000">
            <a:off x="7215267" y="2132761"/>
            <a:ext cx="379716" cy="459478"/>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5" name="Google Shape;325;p23"/>
          <p:cNvSpPr txBox="1"/>
          <p:nvPr>
            <p:ph idx="2" type="subTitle"/>
          </p:nvPr>
        </p:nvSpPr>
        <p:spPr>
          <a:xfrm>
            <a:off x="1043825" y="2547008"/>
            <a:ext cx="21618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23"/>
          <p:cNvSpPr txBox="1"/>
          <p:nvPr>
            <p:ph idx="3" type="body"/>
          </p:nvPr>
        </p:nvSpPr>
        <p:spPr>
          <a:xfrm>
            <a:off x="3676975" y="3013059"/>
            <a:ext cx="2161800" cy="8472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7" name="Google Shape;327;p23"/>
          <p:cNvSpPr txBox="1"/>
          <p:nvPr>
            <p:ph idx="4" type="subTitle"/>
          </p:nvPr>
        </p:nvSpPr>
        <p:spPr>
          <a:xfrm>
            <a:off x="3676975" y="2547008"/>
            <a:ext cx="21618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8" name="Google Shape;328;p23"/>
          <p:cNvSpPr txBox="1"/>
          <p:nvPr>
            <p:ph idx="5" type="body"/>
          </p:nvPr>
        </p:nvSpPr>
        <p:spPr>
          <a:xfrm>
            <a:off x="6324225" y="3013059"/>
            <a:ext cx="2161800" cy="8472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9" name="Google Shape;329;p23"/>
          <p:cNvSpPr txBox="1"/>
          <p:nvPr>
            <p:ph idx="6" type="subTitle"/>
          </p:nvPr>
        </p:nvSpPr>
        <p:spPr>
          <a:xfrm>
            <a:off x="6324225" y="2547008"/>
            <a:ext cx="21618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30" name="Google Shape;330;p2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txBox="1"/>
          <p:nvPr>
            <p:ph idx="7"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32" name="Google Shape;332;p23"/>
          <p:cNvSpPr txBox="1"/>
          <p:nvPr>
            <p:ph idx="8"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33" name="Google Shape;333;p23"/>
          <p:cNvSpPr txBox="1"/>
          <p:nvPr>
            <p:ph idx="9"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
  <p:cSld name="CUSTOM_2_1_1_1_1_1_2_1_2_1_1">
    <p:spTree>
      <p:nvGrpSpPr>
        <p:cNvPr id="334" name="Shape 334"/>
        <p:cNvGrpSpPr/>
        <p:nvPr/>
      </p:nvGrpSpPr>
      <p:grpSpPr>
        <a:xfrm>
          <a:off x="0" y="0"/>
          <a:ext cx="0" cy="0"/>
          <a:chOff x="0" y="0"/>
          <a:chExt cx="0" cy="0"/>
        </a:xfrm>
      </p:grpSpPr>
      <p:sp>
        <p:nvSpPr>
          <p:cNvPr id="335" name="Google Shape;335;p24"/>
          <p:cNvSpPr txBox="1"/>
          <p:nvPr>
            <p:ph type="title"/>
          </p:nvPr>
        </p:nvSpPr>
        <p:spPr>
          <a:xfrm>
            <a:off x="488375" y="208325"/>
            <a:ext cx="3591900" cy="78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cxnSp>
        <p:nvCxnSpPr>
          <p:cNvPr id="336" name="Google Shape;336;p24"/>
          <p:cNvCxnSpPr/>
          <p:nvPr/>
        </p:nvCxnSpPr>
        <p:spPr>
          <a:xfrm>
            <a:off x="4773100" y="761825"/>
            <a:ext cx="0" cy="3698100"/>
          </a:xfrm>
          <a:prstGeom prst="straightConnector1">
            <a:avLst/>
          </a:prstGeom>
          <a:noFill/>
          <a:ln cap="flat" cmpd="sng" w="9525">
            <a:solidFill>
              <a:schemeClr val="lt1"/>
            </a:solidFill>
            <a:prstDash val="solid"/>
            <a:round/>
            <a:headEnd len="med" w="med" type="triangle"/>
            <a:tailEnd len="med" w="med" type="triangle"/>
          </a:ln>
        </p:spPr>
      </p:cxnSp>
      <p:cxnSp>
        <p:nvCxnSpPr>
          <p:cNvPr id="337" name="Google Shape;337;p24"/>
          <p:cNvCxnSpPr/>
          <p:nvPr/>
        </p:nvCxnSpPr>
        <p:spPr>
          <a:xfrm>
            <a:off x="1009900" y="2470625"/>
            <a:ext cx="7526400" cy="0"/>
          </a:xfrm>
          <a:prstGeom prst="straightConnector1">
            <a:avLst/>
          </a:prstGeom>
          <a:noFill/>
          <a:ln cap="flat" cmpd="sng" w="9525">
            <a:solidFill>
              <a:schemeClr val="lt1"/>
            </a:solidFill>
            <a:prstDash val="solid"/>
            <a:round/>
            <a:headEnd len="med" w="med" type="triangle"/>
            <a:tailEnd len="med" w="med" type="triangle"/>
          </a:ln>
        </p:spPr>
      </p:cxnSp>
      <p:sp>
        <p:nvSpPr>
          <p:cNvPr id="338" name="Google Shape;338;p24"/>
          <p:cNvSpPr/>
          <p:nvPr>
            <p:ph idx="2" type="pic"/>
          </p:nvPr>
        </p:nvSpPr>
        <p:spPr>
          <a:xfrm>
            <a:off x="1976010" y="868478"/>
            <a:ext cx="515100" cy="515100"/>
          </a:xfrm>
          <a:prstGeom prst="teardrop">
            <a:avLst>
              <a:gd fmla="val 100000" name="adj"/>
            </a:avLst>
          </a:prstGeom>
          <a:noFill/>
          <a:ln>
            <a:noFill/>
          </a:ln>
        </p:spPr>
      </p:sp>
      <p:sp>
        <p:nvSpPr>
          <p:cNvPr id="339" name="Google Shape;339;p24"/>
          <p:cNvSpPr/>
          <p:nvPr>
            <p:ph idx="3" type="pic"/>
          </p:nvPr>
        </p:nvSpPr>
        <p:spPr>
          <a:xfrm>
            <a:off x="7293297" y="3715450"/>
            <a:ext cx="627900" cy="627900"/>
          </a:xfrm>
          <a:prstGeom prst="diamond">
            <a:avLst/>
          </a:prstGeom>
          <a:noFill/>
          <a:ln>
            <a:noFill/>
          </a:ln>
        </p:spPr>
      </p:sp>
      <p:sp>
        <p:nvSpPr>
          <p:cNvPr id="340" name="Google Shape;340;p24"/>
          <p:cNvSpPr/>
          <p:nvPr>
            <p:ph idx="4" type="pic"/>
          </p:nvPr>
        </p:nvSpPr>
        <p:spPr>
          <a:xfrm>
            <a:off x="3876878" y="1617353"/>
            <a:ext cx="627900" cy="515100"/>
          </a:xfrm>
          <a:prstGeom prst="trapezoid">
            <a:avLst>
              <a:gd fmla="val 12350" name="adj"/>
            </a:avLst>
          </a:prstGeom>
          <a:noFill/>
          <a:ln>
            <a:noFill/>
          </a:ln>
        </p:spPr>
      </p:sp>
      <p:sp>
        <p:nvSpPr>
          <p:cNvPr id="341" name="Google Shape;341;p24"/>
          <p:cNvSpPr/>
          <p:nvPr>
            <p:ph idx="5" type="pic"/>
          </p:nvPr>
        </p:nvSpPr>
        <p:spPr>
          <a:xfrm>
            <a:off x="5406064" y="868478"/>
            <a:ext cx="657600" cy="515100"/>
          </a:xfrm>
          <a:prstGeom prst="parallelogram">
            <a:avLst>
              <a:gd fmla="val 25000" name="adj"/>
            </a:avLst>
          </a:prstGeom>
          <a:noFill/>
          <a:ln>
            <a:noFill/>
          </a:ln>
        </p:spPr>
      </p:sp>
      <p:sp>
        <p:nvSpPr>
          <p:cNvPr id="342" name="Google Shape;342;p24"/>
          <p:cNvSpPr/>
          <p:nvPr>
            <p:ph idx="6" type="pic"/>
          </p:nvPr>
        </p:nvSpPr>
        <p:spPr>
          <a:xfrm>
            <a:off x="5061306" y="1656719"/>
            <a:ext cx="575700" cy="575700"/>
          </a:xfrm>
          <a:prstGeom prst="pentagon">
            <a:avLst>
              <a:gd fmla="val 105146" name="hf"/>
              <a:gd fmla="val 110557" name="vf"/>
            </a:avLst>
          </a:prstGeom>
          <a:noFill/>
          <a:ln>
            <a:noFill/>
          </a:ln>
        </p:spPr>
      </p:sp>
      <p:sp>
        <p:nvSpPr>
          <p:cNvPr id="343" name="Google Shape;343;p24"/>
          <p:cNvSpPr/>
          <p:nvPr>
            <p:ph idx="7" type="pic"/>
          </p:nvPr>
        </p:nvSpPr>
        <p:spPr>
          <a:xfrm>
            <a:off x="3140485" y="813462"/>
            <a:ext cx="515100" cy="515100"/>
          </a:xfrm>
          <a:prstGeom prst="octagon">
            <a:avLst>
              <a:gd fmla="val 29289" name="adj"/>
            </a:avLst>
          </a:prstGeom>
          <a:noFill/>
          <a:ln>
            <a:noFill/>
          </a:ln>
        </p:spPr>
      </p:sp>
      <p:sp>
        <p:nvSpPr>
          <p:cNvPr id="344" name="Google Shape;344;p24"/>
          <p:cNvSpPr/>
          <p:nvPr>
            <p:ph idx="8" type="pic"/>
          </p:nvPr>
        </p:nvSpPr>
        <p:spPr>
          <a:xfrm>
            <a:off x="3044407" y="3311287"/>
            <a:ext cx="515100" cy="515100"/>
          </a:xfrm>
          <a:prstGeom prst="teardrop">
            <a:avLst>
              <a:gd fmla="val 100000" name="adj"/>
            </a:avLst>
          </a:prstGeom>
          <a:noFill/>
          <a:ln>
            <a:noFill/>
          </a:ln>
        </p:spPr>
      </p:sp>
      <p:sp>
        <p:nvSpPr>
          <p:cNvPr id="345" name="Google Shape;345;p24"/>
          <p:cNvSpPr/>
          <p:nvPr>
            <p:ph idx="9" type="pic"/>
          </p:nvPr>
        </p:nvSpPr>
        <p:spPr>
          <a:xfrm>
            <a:off x="5235484" y="2756837"/>
            <a:ext cx="657600" cy="515100"/>
          </a:xfrm>
          <a:prstGeom prst="parallelogram">
            <a:avLst>
              <a:gd fmla="val 25000" name="adj"/>
            </a:avLst>
          </a:prstGeom>
          <a:noFill/>
          <a:ln>
            <a:noFill/>
          </a:ln>
        </p:spPr>
      </p:sp>
      <p:sp>
        <p:nvSpPr>
          <p:cNvPr id="346" name="Google Shape;346;p24"/>
          <p:cNvSpPr/>
          <p:nvPr>
            <p:ph idx="13" type="pic"/>
          </p:nvPr>
        </p:nvSpPr>
        <p:spPr>
          <a:xfrm>
            <a:off x="3735019" y="2611064"/>
            <a:ext cx="575700" cy="575700"/>
          </a:xfrm>
          <a:prstGeom prst="pentagon">
            <a:avLst>
              <a:gd fmla="val 105146" name="hf"/>
              <a:gd fmla="val 110557" name="vf"/>
            </a:avLst>
          </a:prstGeom>
          <a:noFill/>
          <a:ln>
            <a:noFill/>
          </a:ln>
        </p:spPr>
      </p:sp>
      <p:sp>
        <p:nvSpPr>
          <p:cNvPr id="347" name="Google Shape;347;p24"/>
          <p:cNvSpPr/>
          <p:nvPr>
            <p:ph idx="14" type="pic"/>
          </p:nvPr>
        </p:nvSpPr>
        <p:spPr>
          <a:xfrm>
            <a:off x="5986712" y="1687037"/>
            <a:ext cx="657600" cy="515100"/>
          </a:xfrm>
          <a:prstGeom prst="parallelogram">
            <a:avLst>
              <a:gd fmla="val 25000" name="adj"/>
            </a:avLst>
          </a:prstGeom>
          <a:noFill/>
          <a:ln>
            <a:noFill/>
          </a:ln>
        </p:spPr>
      </p:sp>
      <p:sp>
        <p:nvSpPr>
          <p:cNvPr id="348" name="Google Shape;348;p24"/>
          <p:cNvSpPr/>
          <p:nvPr>
            <p:ph idx="15" type="pic"/>
          </p:nvPr>
        </p:nvSpPr>
        <p:spPr>
          <a:xfrm>
            <a:off x="5986700" y="3473305"/>
            <a:ext cx="575700" cy="575700"/>
          </a:xfrm>
          <a:prstGeom prst="pentagon">
            <a:avLst>
              <a:gd fmla="val 105146" name="hf"/>
              <a:gd fmla="val 110557" name="vf"/>
            </a:avLst>
          </a:prstGeom>
          <a:noFill/>
          <a:ln>
            <a:noFill/>
          </a:ln>
        </p:spPr>
      </p:sp>
      <p:sp>
        <p:nvSpPr>
          <p:cNvPr id="349" name="Google Shape;349;p24"/>
          <p:cNvSpPr/>
          <p:nvPr>
            <p:ph idx="16" type="pic"/>
          </p:nvPr>
        </p:nvSpPr>
        <p:spPr>
          <a:xfrm>
            <a:off x="2182387" y="2641378"/>
            <a:ext cx="627900" cy="515100"/>
          </a:xfrm>
          <a:prstGeom prst="trapezoid">
            <a:avLst>
              <a:gd fmla="val 12350" name="adj"/>
            </a:avLst>
          </a:prstGeom>
          <a:noFill/>
          <a:ln>
            <a:noFill/>
          </a:ln>
        </p:spPr>
      </p:sp>
      <p:sp>
        <p:nvSpPr>
          <p:cNvPr id="350" name="Google Shape;350;p24"/>
          <p:cNvSpPr/>
          <p:nvPr>
            <p:ph idx="17" type="pic"/>
          </p:nvPr>
        </p:nvSpPr>
        <p:spPr>
          <a:xfrm>
            <a:off x="2571711" y="1675003"/>
            <a:ext cx="657600" cy="515100"/>
          </a:xfrm>
          <a:prstGeom prst="parallelogram">
            <a:avLst>
              <a:gd fmla="val 25000" name="adj"/>
            </a:avLst>
          </a:prstGeom>
          <a:noFill/>
          <a:ln>
            <a:noFill/>
          </a:ln>
        </p:spPr>
      </p:sp>
      <p:sp>
        <p:nvSpPr>
          <p:cNvPr id="351" name="Google Shape;351;p24"/>
          <p:cNvSpPr/>
          <p:nvPr>
            <p:ph idx="18" type="pic"/>
          </p:nvPr>
        </p:nvSpPr>
        <p:spPr>
          <a:xfrm>
            <a:off x="6778204" y="2796165"/>
            <a:ext cx="515100" cy="515100"/>
          </a:xfrm>
          <a:prstGeom prst="teardrop">
            <a:avLst>
              <a:gd fmla="val 100000" name="adj"/>
            </a:avLst>
          </a:prstGeom>
          <a:noFill/>
          <a:ln>
            <a:noFill/>
          </a:ln>
        </p:spPr>
      </p:sp>
      <p:sp>
        <p:nvSpPr>
          <p:cNvPr id="352" name="Google Shape;352;p24"/>
          <p:cNvSpPr/>
          <p:nvPr>
            <p:ph idx="19" type="pic"/>
          </p:nvPr>
        </p:nvSpPr>
        <p:spPr>
          <a:xfrm>
            <a:off x="4459150" y="3447212"/>
            <a:ext cx="627900" cy="627900"/>
          </a:xfrm>
          <a:prstGeom prst="diamond">
            <a:avLst/>
          </a:prstGeom>
          <a:noFill/>
          <a:ln>
            <a:noFill/>
          </a:ln>
        </p:spPr>
      </p:sp>
      <p:sp>
        <p:nvSpPr>
          <p:cNvPr id="353" name="Google Shape;353;p24"/>
          <p:cNvSpPr txBox="1"/>
          <p:nvPr>
            <p:ph idx="1" type="subTitle"/>
          </p:nvPr>
        </p:nvSpPr>
        <p:spPr>
          <a:xfrm>
            <a:off x="347550" y="2132450"/>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4" name="Google Shape;354;p24"/>
          <p:cNvSpPr txBox="1"/>
          <p:nvPr>
            <p:ph idx="20" type="subTitle"/>
          </p:nvPr>
        </p:nvSpPr>
        <p:spPr>
          <a:xfrm>
            <a:off x="7714800" y="2132450"/>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5" name="Google Shape;355;p24"/>
          <p:cNvSpPr txBox="1"/>
          <p:nvPr>
            <p:ph idx="21" type="subTitle"/>
          </p:nvPr>
        </p:nvSpPr>
        <p:spPr>
          <a:xfrm>
            <a:off x="4059250" y="4459925"/>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6" name="Google Shape;356;p24"/>
          <p:cNvSpPr txBox="1"/>
          <p:nvPr>
            <p:ph idx="22" type="subTitle"/>
          </p:nvPr>
        </p:nvSpPr>
        <p:spPr>
          <a:xfrm>
            <a:off x="4059250" y="436775"/>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7" name="Google Shape;357;p2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4"/>
          <p:cNvSpPr txBox="1"/>
          <p:nvPr>
            <p:ph idx="23"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59" name="Google Shape;359;p24"/>
          <p:cNvSpPr txBox="1"/>
          <p:nvPr>
            <p:ph idx="24"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60" name="Google Shape;360;p24"/>
          <p:cNvSpPr txBox="1"/>
          <p:nvPr>
            <p:ph idx="25"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2_1_1_1_1_1_2_1_2_1_1_1">
    <p:spTree>
      <p:nvGrpSpPr>
        <p:cNvPr id="361" name="Shape 361"/>
        <p:cNvGrpSpPr/>
        <p:nvPr/>
      </p:nvGrpSpPr>
      <p:grpSpPr>
        <a:xfrm>
          <a:off x="0" y="0"/>
          <a:ext cx="0" cy="0"/>
          <a:chOff x="0" y="0"/>
          <a:chExt cx="0" cy="0"/>
        </a:xfrm>
      </p:grpSpPr>
      <p:sp>
        <p:nvSpPr>
          <p:cNvPr id="362" name="Google Shape;362;p25"/>
          <p:cNvSpPr txBox="1"/>
          <p:nvPr>
            <p:ph type="title"/>
          </p:nvPr>
        </p:nvSpPr>
        <p:spPr>
          <a:xfrm>
            <a:off x="488375" y="208325"/>
            <a:ext cx="3591900" cy="78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sp>
        <p:nvSpPr>
          <p:cNvPr id="363" name="Google Shape;363;p25"/>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65" name="Google Shape;365;p25"/>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66" name="Google Shape;366;p25"/>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hoto 1">
  <p:cSld name="CUSTOM_2_1_1_1_1_1_2_1_2_1_1_1_1">
    <p:bg>
      <p:bgPr>
        <a:solidFill>
          <a:schemeClr val="lt1"/>
        </a:solidFill>
      </p:bgPr>
    </p:bg>
    <p:spTree>
      <p:nvGrpSpPr>
        <p:cNvPr id="367" name="Shape 367"/>
        <p:cNvGrpSpPr/>
        <p:nvPr/>
      </p:nvGrpSpPr>
      <p:grpSpPr>
        <a:xfrm>
          <a:off x="0" y="0"/>
          <a:ext cx="0" cy="0"/>
          <a:chOff x="0" y="0"/>
          <a:chExt cx="0" cy="0"/>
        </a:xfrm>
      </p:grpSpPr>
      <p:sp>
        <p:nvSpPr>
          <p:cNvPr id="368" name="Google Shape;368;p26"/>
          <p:cNvSpPr/>
          <p:nvPr>
            <p:ph idx="2" type="pic"/>
          </p:nvPr>
        </p:nvSpPr>
        <p:spPr>
          <a:xfrm>
            <a:off x="689875" y="185050"/>
            <a:ext cx="8111950" cy="4786950"/>
          </a:xfrm>
          <a:prstGeom prst="flowChartPreparation">
            <a:avLst/>
          </a:prstGeom>
          <a:noFill/>
          <a:ln>
            <a:noFill/>
          </a:ln>
        </p:spPr>
      </p:sp>
      <p:sp>
        <p:nvSpPr>
          <p:cNvPr id="369" name="Google Shape;369;p26"/>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1" name="Google Shape;371;p26"/>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2" name="Google Shape;372;p26"/>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hoto 2">
  <p:cSld name="CUSTOM_11">
    <p:spTree>
      <p:nvGrpSpPr>
        <p:cNvPr id="373" name="Shape 373"/>
        <p:cNvGrpSpPr/>
        <p:nvPr/>
      </p:nvGrpSpPr>
      <p:grpSpPr>
        <a:xfrm>
          <a:off x="0" y="0"/>
          <a:ext cx="0" cy="0"/>
          <a:chOff x="0" y="0"/>
          <a:chExt cx="0" cy="0"/>
        </a:xfrm>
      </p:grpSpPr>
      <p:sp>
        <p:nvSpPr>
          <p:cNvPr id="374" name="Google Shape;374;p27"/>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6" name="Google Shape;376;p27"/>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7" name="Google Shape;377;p27"/>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8" name="Google Shape;378;p27"/>
          <p:cNvSpPr/>
          <p:nvPr>
            <p:ph idx="4" type="pic"/>
          </p:nvPr>
        </p:nvSpPr>
        <p:spPr>
          <a:xfrm>
            <a:off x="843975" y="354000"/>
            <a:ext cx="7455900" cy="4449000"/>
          </a:xfrm>
          <a:prstGeom prst="trapezoid">
            <a:avLst>
              <a:gd fmla="val 25000" name="adj"/>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board &amp; stickers 1">
  <p:cSld name="CUSTOM_2_1_1_1_1_1_2_1_2_1_1_1_2">
    <p:spTree>
      <p:nvGrpSpPr>
        <p:cNvPr id="379" name="Shape 379"/>
        <p:cNvGrpSpPr/>
        <p:nvPr/>
      </p:nvGrpSpPr>
      <p:grpSpPr>
        <a:xfrm>
          <a:off x="0" y="0"/>
          <a:ext cx="0" cy="0"/>
          <a:chOff x="0" y="0"/>
          <a:chExt cx="0" cy="0"/>
        </a:xfrm>
      </p:grpSpPr>
      <p:sp>
        <p:nvSpPr>
          <p:cNvPr id="380" name="Google Shape;380;p28"/>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chemeClr val="dk1"/>
              </a:buClr>
              <a:buSzPts val="5600"/>
              <a:buNone/>
              <a:defRPr sz="56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81" name="Google Shape;381;p28"/>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8"/>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83" name="Google Shape;383;p28"/>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84" name="Google Shape;384;p28"/>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board &amp; stickers 2">
  <p:cSld name="CUSTOM_2_1_1_1_1_1_2_1_2_1_1_1_2_1">
    <p:bg>
      <p:bgPr>
        <a:solidFill>
          <a:schemeClr val="dk1"/>
        </a:solidFill>
      </p:bgPr>
    </p:bg>
    <p:spTree>
      <p:nvGrpSpPr>
        <p:cNvPr id="385" name="Shape 385"/>
        <p:cNvGrpSpPr/>
        <p:nvPr/>
      </p:nvGrpSpPr>
      <p:grpSpPr>
        <a:xfrm>
          <a:off x="0" y="0"/>
          <a:ext cx="0" cy="0"/>
          <a:chOff x="0" y="0"/>
          <a:chExt cx="0" cy="0"/>
        </a:xfrm>
      </p:grpSpPr>
      <p:sp>
        <p:nvSpPr>
          <p:cNvPr id="386" name="Google Shape;386;p29"/>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387" name="Google Shape;387;p29"/>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9"/>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89" name="Google Shape;389;p29"/>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90" name="Google Shape;390;p29"/>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board &amp; stickers 3">
  <p:cSld name="CUSTOM_2_1_1_1_1_1_2_1_2_1_1_1_2_1_1">
    <p:bg>
      <p:bgPr>
        <a:solidFill>
          <a:schemeClr val="accent1"/>
        </a:solidFill>
      </p:bgPr>
    </p:bg>
    <p:spTree>
      <p:nvGrpSpPr>
        <p:cNvPr id="391" name="Shape 391"/>
        <p:cNvGrpSpPr/>
        <p:nvPr/>
      </p:nvGrpSpPr>
      <p:grpSpPr>
        <a:xfrm>
          <a:off x="0" y="0"/>
          <a:ext cx="0" cy="0"/>
          <a:chOff x="0" y="0"/>
          <a:chExt cx="0" cy="0"/>
        </a:xfrm>
      </p:grpSpPr>
      <p:sp>
        <p:nvSpPr>
          <p:cNvPr id="392" name="Google Shape;392;p30"/>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5600"/>
              <a:buNone/>
              <a:defRPr sz="56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93" name="Google Shape;393;p30"/>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0"/>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95" name="Google Shape;395;p30"/>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96" name="Google Shape;396;p30"/>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p:cSld name="CUSTOM_7">
    <p:spTree>
      <p:nvGrpSpPr>
        <p:cNvPr id="397" name="Shape 397"/>
        <p:cNvGrpSpPr/>
        <p:nvPr/>
      </p:nvGrpSpPr>
      <p:grpSpPr>
        <a:xfrm>
          <a:off x="0" y="0"/>
          <a:ext cx="0" cy="0"/>
          <a:chOff x="0" y="0"/>
          <a:chExt cx="0" cy="0"/>
        </a:xfrm>
      </p:grpSpPr>
      <p:sp>
        <p:nvSpPr>
          <p:cNvPr id="398" name="Google Shape;398;p31"/>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1"/>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0" name="Google Shape;400;p31"/>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1" name="Google Shape;401;p31"/>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2" name="Google Shape;402;p31"/>
          <p:cNvSpPr txBox="1"/>
          <p:nvPr>
            <p:ph idx="4" type="subTitle"/>
          </p:nvPr>
        </p:nvSpPr>
        <p:spPr>
          <a:xfrm>
            <a:off x="942150" y="315025"/>
            <a:ext cx="2263500" cy="82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03" name="Google Shape;403;p31"/>
          <p:cNvSpPr txBox="1"/>
          <p:nvPr>
            <p:ph idx="5" type="body"/>
          </p:nvPr>
        </p:nvSpPr>
        <p:spPr>
          <a:xfrm>
            <a:off x="942150" y="883725"/>
            <a:ext cx="2263500" cy="16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hoto">
  <p:cSld name="CUSTOM_8">
    <p:spTree>
      <p:nvGrpSpPr>
        <p:cNvPr id="404" name="Shape 404"/>
        <p:cNvGrpSpPr/>
        <p:nvPr/>
      </p:nvGrpSpPr>
      <p:grpSpPr>
        <a:xfrm>
          <a:off x="0" y="0"/>
          <a:ext cx="0" cy="0"/>
          <a:chOff x="0" y="0"/>
          <a:chExt cx="0" cy="0"/>
        </a:xfrm>
      </p:grpSpPr>
      <p:sp>
        <p:nvSpPr>
          <p:cNvPr id="405" name="Google Shape;405;p32"/>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2"/>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7" name="Google Shape;407;p32"/>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8" name="Google Shape;408;p32"/>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9" name="Google Shape;409;p32"/>
          <p:cNvSpPr txBox="1"/>
          <p:nvPr>
            <p:ph idx="4" type="subTitle"/>
          </p:nvPr>
        </p:nvSpPr>
        <p:spPr>
          <a:xfrm>
            <a:off x="942150" y="315025"/>
            <a:ext cx="2263500" cy="82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10" name="Google Shape;410;p32"/>
          <p:cNvSpPr txBox="1"/>
          <p:nvPr>
            <p:ph idx="5" type="body"/>
          </p:nvPr>
        </p:nvSpPr>
        <p:spPr>
          <a:xfrm>
            <a:off x="942150" y="883725"/>
            <a:ext cx="2263500" cy="16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11" name="Google Shape;411;p32"/>
          <p:cNvSpPr/>
          <p:nvPr/>
        </p:nvSpPr>
        <p:spPr>
          <a:xfrm>
            <a:off x="1062075" y="2488750"/>
            <a:ext cx="2510100" cy="2447100"/>
          </a:xfrm>
          <a:prstGeom prst="heptagon">
            <a:avLst>
              <a:gd fmla="val 102572" name="hf"/>
              <a:gd fmla="val 105210" name="vf"/>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32"/>
          <p:cNvSpPr/>
          <p:nvPr>
            <p:ph idx="6" type="pic"/>
          </p:nvPr>
        </p:nvSpPr>
        <p:spPr>
          <a:xfrm rot="150">
            <a:off x="3334012" y="-655978"/>
            <a:ext cx="6888300" cy="4695900"/>
          </a:xfrm>
          <a:prstGeom prst="ellipse">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9">
    <p:spTree>
      <p:nvGrpSpPr>
        <p:cNvPr id="413" name="Shape 413"/>
        <p:cNvGrpSpPr/>
        <p:nvPr/>
      </p:nvGrpSpPr>
      <p:grpSpPr>
        <a:xfrm>
          <a:off x="0" y="0"/>
          <a:ext cx="0" cy="0"/>
          <a:chOff x="0" y="0"/>
          <a:chExt cx="0" cy="0"/>
        </a:xfrm>
      </p:grpSpPr>
      <p:sp>
        <p:nvSpPr>
          <p:cNvPr id="414" name="Google Shape;414;p3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16" name="Google Shape;416;p3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17" name="Google Shape;417;p33"/>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18" name="Google Shape;418;p33"/>
          <p:cNvSpPr txBox="1"/>
          <p:nvPr>
            <p:ph type="title"/>
          </p:nvPr>
        </p:nvSpPr>
        <p:spPr>
          <a:xfrm>
            <a:off x="942150" y="84350"/>
            <a:ext cx="7265100" cy="1814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419" name="Google Shape;419;p33"/>
          <p:cNvSpPr txBox="1"/>
          <p:nvPr>
            <p:ph idx="4" type="body"/>
          </p:nvPr>
        </p:nvSpPr>
        <p:spPr>
          <a:xfrm>
            <a:off x="942150" y="1604200"/>
            <a:ext cx="4407000" cy="31332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10">
    <p:spTree>
      <p:nvGrpSpPr>
        <p:cNvPr id="420" name="Shape 420"/>
        <p:cNvGrpSpPr/>
        <p:nvPr/>
      </p:nvGrpSpPr>
      <p:grpSpPr>
        <a:xfrm>
          <a:off x="0" y="0"/>
          <a:ext cx="0" cy="0"/>
          <a:chOff x="0" y="0"/>
          <a:chExt cx="0" cy="0"/>
        </a:xfrm>
      </p:grpSpPr>
      <p:sp>
        <p:nvSpPr>
          <p:cNvPr id="421" name="Google Shape;421;p34"/>
          <p:cNvSpPr/>
          <p:nvPr>
            <p:ph idx="2" type="pic"/>
          </p:nvPr>
        </p:nvSpPr>
        <p:spPr>
          <a:xfrm>
            <a:off x="580725" y="1856050"/>
            <a:ext cx="1321800" cy="1292400"/>
          </a:xfrm>
          <a:prstGeom prst="round1Rect">
            <a:avLst>
              <a:gd fmla="val 50000" name="adj"/>
            </a:avLst>
          </a:prstGeom>
          <a:noFill/>
          <a:ln>
            <a:noFill/>
          </a:ln>
        </p:spPr>
      </p:sp>
      <p:sp>
        <p:nvSpPr>
          <p:cNvPr id="422" name="Google Shape;422;p34"/>
          <p:cNvSpPr/>
          <p:nvPr>
            <p:ph idx="3" type="pic"/>
          </p:nvPr>
        </p:nvSpPr>
        <p:spPr>
          <a:xfrm>
            <a:off x="580725" y="3440225"/>
            <a:ext cx="1392900" cy="1292400"/>
          </a:xfrm>
          <a:prstGeom prst="chord">
            <a:avLst>
              <a:gd fmla="val 2700000" name="adj1"/>
              <a:gd fmla="val 20217993" name="adj2"/>
            </a:avLst>
          </a:prstGeom>
          <a:noFill/>
          <a:ln>
            <a:noFill/>
          </a:ln>
        </p:spPr>
      </p:sp>
      <p:sp>
        <p:nvSpPr>
          <p:cNvPr id="423" name="Google Shape;423;p34"/>
          <p:cNvSpPr/>
          <p:nvPr>
            <p:ph idx="4" type="pic"/>
          </p:nvPr>
        </p:nvSpPr>
        <p:spPr>
          <a:xfrm>
            <a:off x="7214900" y="3440300"/>
            <a:ext cx="1570200" cy="1292400"/>
          </a:xfrm>
          <a:prstGeom prst="roundRect">
            <a:avLst>
              <a:gd fmla="val 16667" name="adj"/>
            </a:avLst>
          </a:prstGeom>
          <a:noFill/>
          <a:ln>
            <a:noFill/>
          </a:ln>
        </p:spPr>
      </p:sp>
      <p:sp>
        <p:nvSpPr>
          <p:cNvPr id="424" name="Google Shape;424;p34"/>
          <p:cNvSpPr/>
          <p:nvPr>
            <p:ph idx="5" type="pic"/>
          </p:nvPr>
        </p:nvSpPr>
        <p:spPr>
          <a:xfrm>
            <a:off x="1937675" y="3433025"/>
            <a:ext cx="5030100" cy="1292400"/>
          </a:xfrm>
          <a:prstGeom prst="trapezoid">
            <a:avLst>
              <a:gd fmla="val 25000" name="adj"/>
            </a:avLst>
          </a:prstGeom>
          <a:noFill/>
          <a:ln>
            <a:noFill/>
          </a:ln>
        </p:spPr>
      </p:sp>
      <p:sp>
        <p:nvSpPr>
          <p:cNvPr id="425" name="Google Shape;425;p34"/>
          <p:cNvSpPr/>
          <p:nvPr>
            <p:ph idx="6" type="pic"/>
          </p:nvPr>
        </p:nvSpPr>
        <p:spPr>
          <a:xfrm>
            <a:off x="3858025" y="1856050"/>
            <a:ext cx="4927200" cy="1292400"/>
          </a:xfrm>
          <a:prstGeom prst="ellipse">
            <a:avLst/>
          </a:prstGeom>
          <a:noFill/>
          <a:ln>
            <a:noFill/>
          </a:ln>
        </p:spPr>
      </p:sp>
      <p:sp>
        <p:nvSpPr>
          <p:cNvPr id="426" name="Google Shape;426;p34"/>
          <p:cNvSpPr/>
          <p:nvPr>
            <p:ph idx="7" type="pic"/>
          </p:nvPr>
        </p:nvSpPr>
        <p:spPr>
          <a:xfrm>
            <a:off x="2165350" y="1856050"/>
            <a:ext cx="1430100" cy="1292400"/>
          </a:xfrm>
          <a:prstGeom prst="hexagon">
            <a:avLst>
              <a:gd fmla="val 25000" name="adj"/>
              <a:gd fmla="val 115470" name="vf"/>
            </a:avLst>
          </a:prstGeom>
          <a:noFill/>
          <a:ln>
            <a:noFill/>
          </a:ln>
        </p:spPr>
      </p:sp>
      <p:sp>
        <p:nvSpPr>
          <p:cNvPr id="427" name="Google Shape;427;p34"/>
          <p:cNvSpPr/>
          <p:nvPr>
            <p:ph idx="8" type="pic"/>
          </p:nvPr>
        </p:nvSpPr>
        <p:spPr>
          <a:xfrm>
            <a:off x="7492700" y="233225"/>
            <a:ext cx="1292400" cy="1292400"/>
          </a:xfrm>
          <a:prstGeom prst="teardrop">
            <a:avLst>
              <a:gd fmla="val 100000" name="adj"/>
            </a:avLst>
          </a:prstGeom>
          <a:noFill/>
          <a:ln>
            <a:noFill/>
          </a:ln>
        </p:spPr>
      </p:sp>
      <p:sp>
        <p:nvSpPr>
          <p:cNvPr id="428" name="Google Shape;428;p34"/>
          <p:cNvSpPr/>
          <p:nvPr>
            <p:ph idx="9" type="pic"/>
          </p:nvPr>
        </p:nvSpPr>
        <p:spPr>
          <a:xfrm>
            <a:off x="610250" y="271775"/>
            <a:ext cx="6838800" cy="1292400"/>
          </a:xfrm>
          <a:prstGeom prst="parallelogram">
            <a:avLst>
              <a:gd fmla="val 25000" name="adj"/>
            </a:avLst>
          </a:prstGeom>
          <a:noFill/>
          <a:ln>
            <a:noFill/>
          </a:ln>
        </p:spPr>
      </p:sp>
      <p:sp>
        <p:nvSpPr>
          <p:cNvPr id="429" name="Google Shape;429;p3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4"/>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31" name="Google Shape;431;p34"/>
          <p:cNvSpPr txBox="1"/>
          <p:nvPr>
            <p:ph idx="1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32" name="Google Shape;432;p34"/>
          <p:cNvSpPr txBox="1"/>
          <p:nvPr>
            <p:ph idx="1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33" name="Google Shape;433;p34"/>
          <p:cNvSpPr txBox="1"/>
          <p:nvPr>
            <p:ph idx="15" type="body"/>
          </p:nvPr>
        </p:nvSpPr>
        <p:spPr>
          <a:xfrm>
            <a:off x="610250" y="1525625"/>
            <a:ext cx="65151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4" name="Google Shape;434;p34"/>
          <p:cNvSpPr txBox="1"/>
          <p:nvPr>
            <p:ph idx="16" type="body"/>
          </p:nvPr>
        </p:nvSpPr>
        <p:spPr>
          <a:xfrm>
            <a:off x="7509425" y="1525625"/>
            <a:ext cx="12924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5" name="Google Shape;435;p34"/>
          <p:cNvSpPr txBox="1"/>
          <p:nvPr>
            <p:ph idx="17" type="body"/>
          </p:nvPr>
        </p:nvSpPr>
        <p:spPr>
          <a:xfrm>
            <a:off x="580725" y="3148450"/>
            <a:ext cx="12924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6" name="Google Shape;436;p34"/>
          <p:cNvSpPr txBox="1"/>
          <p:nvPr>
            <p:ph idx="18" type="body"/>
          </p:nvPr>
        </p:nvSpPr>
        <p:spPr>
          <a:xfrm>
            <a:off x="2165400" y="3148450"/>
            <a:ext cx="14301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7" name="Google Shape;437;p34"/>
          <p:cNvSpPr txBox="1"/>
          <p:nvPr>
            <p:ph idx="19" type="body"/>
          </p:nvPr>
        </p:nvSpPr>
        <p:spPr>
          <a:xfrm>
            <a:off x="3858025" y="3148450"/>
            <a:ext cx="49437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8" name="Google Shape;438;p34"/>
          <p:cNvSpPr txBox="1"/>
          <p:nvPr>
            <p:ph idx="20" type="body"/>
          </p:nvPr>
        </p:nvSpPr>
        <p:spPr>
          <a:xfrm>
            <a:off x="1937675" y="4725425"/>
            <a:ext cx="50301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9" name="Google Shape;439;p34"/>
          <p:cNvSpPr txBox="1"/>
          <p:nvPr>
            <p:ph idx="21" type="body"/>
          </p:nvPr>
        </p:nvSpPr>
        <p:spPr>
          <a:xfrm>
            <a:off x="610250" y="4725425"/>
            <a:ext cx="12630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40" name="Google Shape;440;p34"/>
          <p:cNvSpPr txBox="1"/>
          <p:nvPr>
            <p:ph idx="22" type="body"/>
          </p:nvPr>
        </p:nvSpPr>
        <p:spPr>
          <a:xfrm>
            <a:off x="7214900" y="4725425"/>
            <a:ext cx="15870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2">
  <p:cSld name="CUSTOM_12">
    <p:bg>
      <p:bgPr>
        <a:solidFill>
          <a:schemeClr val="dk1"/>
        </a:solidFill>
      </p:bgPr>
    </p:bg>
    <p:spTree>
      <p:nvGrpSpPr>
        <p:cNvPr id="441" name="Shape 441"/>
        <p:cNvGrpSpPr/>
        <p:nvPr/>
      </p:nvGrpSpPr>
      <p:grpSpPr>
        <a:xfrm>
          <a:off x="0" y="0"/>
          <a:ext cx="0" cy="0"/>
          <a:chOff x="0" y="0"/>
          <a:chExt cx="0" cy="0"/>
        </a:xfrm>
      </p:grpSpPr>
      <p:sp>
        <p:nvSpPr>
          <p:cNvPr id="442" name="Google Shape;442;p35"/>
          <p:cNvSpPr/>
          <p:nvPr>
            <p:ph idx="2" type="pic"/>
          </p:nvPr>
        </p:nvSpPr>
        <p:spPr>
          <a:xfrm>
            <a:off x="1300175" y="354000"/>
            <a:ext cx="4204800" cy="2957100"/>
          </a:xfrm>
          <a:prstGeom prst="parallelogram">
            <a:avLst>
              <a:gd fmla="val 41235" name="adj"/>
            </a:avLst>
          </a:prstGeom>
          <a:noFill/>
          <a:ln>
            <a:noFill/>
          </a:ln>
        </p:spPr>
      </p:sp>
      <p:sp>
        <p:nvSpPr>
          <p:cNvPr id="443" name="Google Shape;443;p35"/>
          <p:cNvSpPr/>
          <p:nvPr>
            <p:ph idx="3" type="pic"/>
          </p:nvPr>
        </p:nvSpPr>
        <p:spPr>
          <a:xfrm>
            <a:off x="4894175" y="354000"/>
            <a:ext cx="3907800" cy="1478400"/>
          </a:xfrm>
          <a:prstGeom prst="parallelogram">
            <a:avLst>
              <a:gd fmla="val 41235" name="adj"/>
            </a:avLst>
          </a:prstGeom>
          <a:noFill/>
          <a:ln>
            <a:noFill/>
          </a:ln>
        </p:spPr>
      </p:sp>
      <p:sp>
        <p:nvSpPr>
          <p:cNvPr id="444" name="Google Shape;444;p35"/>
          <p:cNvSpPr/>
          <p:nvPr>
            <p:ph idx="4" type="pic"/>
          </p:nvPr>
        </p:nvSpPr>
        <p:spPr>
          <a:xfrm>
            <a:off x="4280325" y="1832550"/>
            <a:ext cx="2579700" cy="1478400"/>
          </a:xfrm>
          <a:prstGeom prst="parallelogram">
            <a:avLst>
              <a:gd fmla="val 41235" name="adj"/>
            </a:avLst>
          </a:prstGeom>
          <a:noFill/>
          <a:ln>
            <a:noFill/>
          </a:ln>
        </p:spPr>
      </p:sp>
      <p:sp>
        <p:nvSpPr>
          <p:cNvPr id="445" name="Google Shape;445;p35"/>
          <p:cNvSpPr/>
          <p:nvPr>
            <p:ph idx="5" type="pic"/>
          </p:nvPr>
        </p:nvSpPr>
        <p:spPr>
          <a:xfrm>
            <a:off x="5660175" y="1832550"/>
            <a:ext cx="2537100" cy="2957100"/>
          </a:xfrm>
          <a:prstGeom prst="parallelogram">
            <a:avLst>
              <a:gd fmla="val 41235" name="adj"/>
            </a:avLst>
          </a:prstGeom>
          <a:noFill/>
          <a:ln>
            <a:noFill/>
          </a:ln>
        </p:spPr>
      </p:sp>
      <p:sp>
        <p:nvSpPr>
          <p:cNvPr id="446" name="Google Shape;446;p35"/>
          <p:cNvSpPr/>
          <p:nvPr>
            <p:ph idx="6" type="pic"/>
          </p:nvPr>
        </p:nvSpPr>
        <p:spPr>
          <a:xfrm>
            <a:off x="695350" y="3311100"/>
            <a:ext cx="5587500" cy="1478400"/>
          </a:xfrm>
          <a:prstGeom prst="parallelogram">
            <a:avLst>
              <a:gd fmla="val 41235" name="adj"/>
            </a:avLst>
          </a:prstGeom>
          <a:noFill/>
          <a:ln>
            <a:noFill/>
          </a:ln>
        </p:spPr>
      </p:sp>
      <p:sp>
        <p:nvSpPr>
          <p:cNvPr id="447" name="Google Shape;447;p35"/>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49" name="Google Shape;449;p35"/>
          <p:cNvSpPr txBox="1"/>
          <p:nvPr>
            <p:ph idx="7"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50" name="Google Shape;450;p35"/>
          <p:cNvSpPr txBox="1"/>
          <p:nvPr>
            <p:ph idx="8"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1" name="Shape 451"/>
        <p:cNvGrpSpPr/>
        <p:nvPr/>
      </p:nvGrpSpPr>
      <p:grpSpPr>
        <a:xfrm>
          <a:off x="0" y="0"/>
          <a:ext cx="0" cy="0"/>
          <a:chOff x="0" y="0"/>
          <a:chExt cx="0" cy="0"/>
        </a:xfrm>
      </p:grpSpPr>
      <p:sp>
        <p:nvSpPr>
          <p:cNvPr id="452" name="Google Shape;45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453" name="Shape 453"/>
        <p:cNvGrpSpPr/>
        <p:nvPr/>
      </p:nvGrpSpPr>
      <p:grpSpPr>
        <a:xfrm>
          <a:off x="0" y="0"/>
          <a:ext cx="0" cy="0"/>
          <a:chOff x="0" y="0"/>
          <a:chExt cx="0" cy="0"/>
        </a:xfrm>
      </p:grpSpPr>
      <p:sp>
        <p:nvSpPr>
          <p:cNvPr id="454" name="Google Shape;454;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55" name="Google Shape;455;p3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456" name="Google Shape;45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57" name="Shape 457"/>
        <p:cNvGrpSpPr/>
        <p:nvPr/>
      </p:nvGrpSpPr>
      <p:grpSpPr>
        <a:xfrm>
          <a:off x="0" y="0"/>
          <a:ext cx="0" cy="0"/>
          <a:chOff x="0" y="0"/>
          <a:chExt cx="0" cy="0"/>
        </a:xfrm>
      </p:grpSpPr>
      <p:sp>
        <p:nvSpPr>
          <p:cNvPr id="458" name="Google Shape;458;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59" name="Google Shape;45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60" name="Shape 460"/>
        <p:cNvGrpSpPr/>
        <p:nvPr/>
      </p:nvGrpSpPr>
      <p:grpSpPr>
        <a:xfrm>
          <a:off x="0" y="0"/>
          <a:ext cx="0" cy="0"/>
          <a:chOff x="0" y="0"/>
          <a:chExt cx="0" cy="0"/>
        </a:xfrm>
      </p:grpSpPr>
      <p:sp>
        <p:nvSpPr>
          <p:cNvPr id="461" name="Google Shape;461;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62" name="Google Shape;462;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63" name="Google Shape;46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464" name="Shape 464"/>
        <p:cNvGrpSpPr/>
        <p:nvPr/>
      </p:nvGrpSpPr>
      <p:grpSpPr>
        <a:xfrm>
          <a:off x="0" y="0"/>
          <a:ext cx="0" cy="0"/>
          <a:chOff x="0" y="0"/>
          <a:chExt cx="0" cy="0"/>
        </a:xfrm>
      </p:grpSpPr>
      <p:sp>
        <p:nvSpPr>
          <p:cNvPr id="465" name="Google Shape;46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66" name="Google Shape;466;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7" name="Google Shape;467;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8" name="Google Shape;46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469" name="Shape 469"/>
        <p:cNvGrpSpPr/>
        <p:nvPr/>
      </p:nvGrpSpPr>
      <p:grpSpPr>
        <a:xfrm>
          <a:off x="0" y="0"/>
          <a:ext cx="0" cy="0"/>
          <a:chOff x="0" y="0"/>
          <a:chExt cx="0" cy="0"/>
        </a:xfrm>
      </p:grpSpPr>
      <p:sp>
        <p:nvSpPr>
          <p:cNvPr id="470" name="Google Shape;470;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71" name="Google Shape;47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472" name="Shape 472"/>
        <p:cNvGrpSpPr/>
        <p:nvPr/>
      </p:nvGrpSpPr>
      <p:grpSpPr>
        <a:xfrm>
          <a:off x="0" y="0"/>
          <a:ext cx="0" cy="0"/>
          <a:chOff x="0" y="0"/>
          <a:chExt cx="0" cy="0"/>
        </a:xfrm>
      </p:grpSpPr>
      <p:sp>
        <p:nvSpPr>
          <p:cNvPr id="473" name="Google Shape;473;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4" name="Google Shape;474;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5" name="Google Shape;47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476" name="Shape 476"/>
        <p:cNvGrpSpPr/>
        <p:nvPr/>
      </p:nvGrpSpPr>
      <p:grpSpPr>
        <a:xfrm>
          <a:off x="0" y="0"/>
          <a:ext cx="0" cy="0"/>
          <a:chOff x="0" y="0"/>
          <a:chExt cx="0" cy="0"/>
        </a:xfrm>
      </p:grpSpPr>
      <p:sp>
        <p:nvSpPr>
          <p:cNvPr id="477" name="Google Shape;477;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8" name="Google Shape;47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79" name="Shape 479"/>
        <p:cNvGrpSpPr/>
        <p:nvPr/>
      </p:nvGrpSpPr>
      <p:grpSpPr>
        <a:xfrm>
          <a:off x="0" y="0"/>
          <a:ext cx="0" cy="0"/>
          <a:chOff x="0" y="0"/>
          <a:chExt cx="0" cy="0"/>
        </a:xfrm>
      </p:grpSpPr>
      <p:sp>
        <p:nvSpPr>
          <p:cNvPr id="480" name="Google Shape;480;p44"/>
          <p:cNvSpPr/>
          <p:nvPr/>
        </p:nvSpPr>
        <p:spPr>
          <a:xfrm>
            <a:off x="4572000" y="-125"/>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82" name="Google Shape;482;p4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83" name="Google Shape;483;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84" name="Google Shape;48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85" name="Shape 485"/>
        <p:cNvGrpSpPr/>
        <p:nvPr/>
      </p:nvGrpSpPr>
      <p:grpSpPr>
        <a:xfrm>
          <a:off x="0" y="0"/>
          <a:ext cx="0" cy="0"/>
          <a:chOff x="0" y="0"/>
          <a:chExt cx="0" cy="0"/>
        </a:xfrm>
      </p:grpSpPr>
      <p:sp>
        <p:nvSpPr>
          <p:cNvPr id="486" name="Google Shape;486;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487" name="Google Shape;48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88" name="Shape 488"/>
        <p:cNvGrpSpPr/>
        <p:nvPr/>
      </p:nvGrpSpPr>
      <p:grpSpPr>
        <a:xfrm>
          <a:off x="0" y="0"/>
          <a:ext cx="0" cy="0"/>
          <a:chOff x="0" y="0"/>
          <a:chExt cx="0" cy="0"/>
        </a:xfrm>
      </p:grpSpPr>
      <p:sp>
        <p:nvSpPr>
          <p:cNvPr id="489" name="Google Shape;489;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0" name="Google Shape;490;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491" name="Google Shape;49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492" name="Shape 492"/>
        <p:cNvGrpSpPr/>
        <p:nvPr/>
      </p:nvGrpSpPr>
      <p:grpSpPr>
        <a:xfrm>
          <a:off x="0" y="0"/>
          <a:ext cx="0" cy="0"/>
          <a:chOff x="0" y="0"/>
          <a:chExt cx="0" cy="0"/>
        </a:xfrm>
      </p:grpSpPr>
      <p:sp>
        <p:nvSpPr>
          <p:cNvPr id="493" name="Google Shape;493;p4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94" name="Google Shape;49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5" name="Google Shape;495;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6" name="Google Shape;496;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7" name="Google Shape;497;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8" name="Google Shape;498;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9" name="Google Shape;499;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0" name="Google Shape;500;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01" name="Shape 501"/>
        <p:cNvGrpSpPr/>
        <p:nvPr/>
      </p:nvGrpSpPr>
      <p:grpSpPr>
        <a:xfrm>
          <a:off x="0" y="0"/>
          <a:ext cx="0" cy="0"/>
          <a:chOff x="0" y="0"/>
          <a:chExt cx="0" cy="0"/>
        </a:xfrm>
      </p:grpSpPr>
      <p:sp>
        <p:nvSpPr>
          <p:cNvPr id="502" name="Google Shape;502;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03" name="Google Shape;503;p4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04" name="Google Shape;504;p48"/>
          <p:cNvSpPr/>
          <p:nvPr>
            <p:ph idx="2" type="pic"/>
          </p:nvPr>
        </p:nvSpPr>
        <p:spPr>
          <a:xfrm>
            <a:off x="4992024" y="1152775"/>
            <a:ext cx="3840300" cy="3416400"/>
          </a:xfrm>
          <a:prstGeom prst="rect">
            <a:avLst/>
          </a:prstGeom>
          <a:noFill/>
          <a:ln>
            <a:noFill/>
          </a:ln>
        </p:spPr>
      </p:sp>
      <p:sp>
        <p:nvSpPr>
          <p:cNvPr id="505" name="Google Shape;505;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506" name="Shape 506"/>
        <p:cNvGrpSpPr/>
        <p:nvPr/>
      </p:nvGrpSpPr>
      <p:grpSpPr>
        <a:xfrm>
          <a:off x="0" y="0"/>
          <a:ext cx="0" cy="0"/>
          <a:chOff x="0" y="0"/>
          <a:chExt cx="0" cy="0"/>
        </a:xfrm>
      </p:grpSpPr>
      <p:sp>
        <p:nvSpPr>
          <p:cNvPr id="507" name="Google Shape;50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4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9" name="Google Shape;509;p4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0" name="Google Shape;510;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1" name="Google Shape;511;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2" name="Google Shape;512;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_2">
    <p:spTree>
      <p:nvGrpSpPr>
        <p:cNvPr id="513" name="Shape 513"/>
        <p:cNvGrpSpPr/>
        <p:nvPr/>
      </p:nvGrpSpPr>
      <p:grpSpPr>
        <a:xfrm>
          <a:off x="0" y="0"/>
          <a:ext cx="0" cy="0"/>
          <a:chOff x="0" y="0"/>
          <a:chExt cx="0" cy="0"/>
        </a:xfrm>
      </p:grpSpPr>
      <p:sp>
        <p:nvSpPr>
          <p:cNvPr id="514" name="Google Shape;51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5" name="Google Shape;515;p5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6" name="Google Shape;516;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7" name="Google Shape;517;p50"/>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8" name="Google Shape;518;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9" name="Google Shape;519;p50"/>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0" name="Google Shape;520;p50"/>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1" name="Google Shape;521;p50"/>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22" name="Shape 522"/>
        <p:cNvGrpSpPr/>
        <p:nvPr/>
      </p:nvGrpSpPr>
      <p:grpSpPr>
        <a:xfrm>
          <a:off x="0" y="0"/>
          <a:ext cx="0" cy="0"/>
          <a:chOff x="0" y="0"/>
          <a:chExt cx="0" cy="0"/>
        </a:xfrm>
      </p:grpSpPr>
      <p:sp>
        <p:nvSpPr>
          <p:cNvPr id="523" name="Google Shape;52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4" name="Google Shape;524;p5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5" name="Google Shape;525;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6" name="Google Shape;526;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7" name="Google Shape;527;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8" name="Google Shape;528;p5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9" name="Google Shape;529;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0" name="Google Shape;530;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1" name="Google Shape;531;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2" name="Google Shape;532;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33" name="Shape 533"/>
        <p:cNvGrpSpPr/>
        <p:nvPr/>
      </p:nvGrpSpPr>
      <p:grpSpPr>
        <a:xfrm>
          <a:off x="0" y="0"/>
          <a:ext cx="0" cy="0"/>
          <a:chOff x="0" y="0"/>
          <a:chExt cx="0" cy="0"/>
        </a:xfrm>
      </p:grpSpPr>
      <p:sp>
        <p:nvSpPr>
          <p:cNvPr id="534" name="Google Shape;534;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35" name="Google Shape;53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37" name="Shape 537"/>
        <p:cNvGrpSpPr/>
        <p:nvPr/>
      </p:nvGrpSpPr>
      <p:grpSpPr>
        <a:xfrm>
          <a:off x="0" y="0"/>
          <a:ext cx="0" cy="0"/>
          <a:chOff x="0" y="0"/>
          <a:chExt cx="0" cy="0"/>
        </a:xfrm>
      </p:grpSpPr>
      <p:sp>
        <p:nvSpPr>
          <p:cNvPr id="538" name="Google Shape;538;p5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9" name="Google Shape;539;p53"/>
          <p:cNvSpPr/>
          <p:nvPr>
            <p:ph idx="2" type="pic"/>
          </p:nvPr>
        </p:nvSpPr>
        <p:spPr>
          <a:xfrm>
            <a:off x="4804825" y="1133300"/>
            <a:ext cx="4027500" cy="2392800"/>
          </a:xfrm>
          <a:prstGeom prst="rect">
            <a:avLst/>
          </a:prstGeom>
          <a:noFill/>
          <a:ln>
            <a:noFill/>
          </a:ln>
        </p:spPr>
      </p:sp>
      <p:sp>
        <p:nvSpPr>
          <p:cNvPr id="540" name="Google Shape;540;p53"/>
          <p:cNvSpPr/>
          <p:nvPr>
            <p:ph idx="3" type="pic"/>
          </p:nvPr>
        </p:nvSpPr>
        <p:spPr>
          <a:xfrm>
            <a:off x="311725" y="1133300"/>
            <a:ext cx="4027500" cy="2392800"/>
          </a:xfrm>
          <a:prstGeom prst="rect">
            <a:avLst/>
          </a:prstGeom>
          <a:noFill/>
          <a:ln>
            <a:noFill/>
          </a:ln>
        </p:spPr>
      </p:sp>
      <p:sp>
        <p:nvSpPr>
          <p:cNvPr id="541" name="Google Shape;541;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2" name="Google Shape;542;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44" name="Google Shape;544;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5" name="Google Shape;545;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546" name="Shape 546"/>
        <p:cNvGrpSpPr/>
        <p:nvPr/>
      </p:nvGrpSpPr>
      <p:grpSpPr>
        <a:xfrm>
          <a:off x="0" y="0"/>
          <a:ext cx="0" cy="0"/>
          <a:chOff x="0" y="0"/>
          <a:chExt cx="0" cy="0"/>
        </a:xfrm>
      </p:grpSpPr>
      <p:sp>
        <p:nvSpPr>
          <p:cNvPr id="547" name="Google Shape;547;p5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8" name="Google Shape;548;p54"/>
          <p:cNvSpPr/>
          <p:nvPr>
            <p:ph idx="2" type="pic"/>
          </p:nvPr>
        </p:nvSpPr>
        <p:spPr>
          <a:xfrm>
            <a:off x="6205225" y="1128325"/>
            <a:ext cx="2627100" cy="2273100"/>
          </a:xfrm>
          <a:prstGeom prst="rect">
            <a:avLst/>
          </a:prstGeom>
          <a:noFill/>
          <a:ln>
            <a:noFill/>
          </a:ln>
        </p:spPr>
      </p:sp>
      <p:sp>
        <p:nvSpPr>
          <p:cNvPr id="549" name="Google Shape;549;p54"/>
          <p:cNvSpPr/>
          <p:nvPr>
            <p:ph idx="3" type="pic"/>
          </p:nvPr>
        </p:nvSpPr>
        <p:spPr>
          <a:xfrm>
            <a:off x="311725" y="1128325"/>
            <a:ext cx="2627100" cy="2273100"/>
          </a:xfrm>
          <a:prstGeom prst="rect">
            <a:avLst/>
          </a:prstGeom>
          <a:noFill/>
          <a:ln>
            <a:noFill/>
          </a:ln>
        </p:spPr>
      </p:sp>
      <p:sp>
        <p:nvSpPr>
          <p:cNvPr id="550" name="Google Shape;550;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51" name="Google Shape;551;p54"/>
          <p:cNvSpPr/>
          <p:nvPr>
            <p:ph idx="5" type="pic"/>
          </p:nvPr>
        </p:nvSpPr>
        <p:spPr>
          <a:xfrm>
            <a:off x="3255250" y="1128325"/>
            <a:ext cx="2627100" cy="2273100"/>
          </a:xfrm>
          <a:prstGeom prst="rect">
            <a:avLst/>
          </a:prstGeom>
          <a:noFill/>
          <a:ln>
            <a:noFill/>
          </a:ln>
        </p:spPr>
      </p:sp>
      <p:sp>
        <p:nvSpPr>
          <p:cNvPr id="552" name="Google Shape;552;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53" name="Google Shape;553;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4" name="Google Shape;554;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55" name="Google Shape;555;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6" name="Google Shape;556;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7" name="Google Shape;557;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558" name="Shape 558"/>
        <p:cNvGrpSpPr/>
        <p:nvPr/>
      </p:nvGrpSpPr>
      <p:grpSpPr>
        <a:xfrm>
          <a:off x="0" y="0"/>
          <a:ext cx="0" cy="0"/>
          <a:chOff x="0" y="0"/>
          <a:chExt cx="0" cy="0"/>
        </a:xfrm>
      </p:grpSpPr>
      <p:sp>
        <p:nvSpPr>
          <p:cNvPr id="559" name="Google Shape;559;p55"/>
          <p:cNvSpPr/>
          <p:nvPr>
            <p:ph idx="2" type="pic"/>
          </p:nvPr>
        </p:nvSpPr>
        <p:spPr>
          <a:xfrm>
            <a:off x="311700" y="445025"/>
            <a:ext cx="8520600" cy="4218300"/>
          </a:xfrm>
          <a:prstGeom prst="rect">
            <a:avLst/>
          </a:prstGeom>
          <a:noFill/>
          <a:ln>
            <a:noFill/>
          </a:ln>
        </p:spPr>
      </p:sp>
      <p:sp>
        <p:nvSpPr>
          <p:cNvPr id="560" name="Google Shape;560;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561" name="Shape 561"/>
        <p:cNvGrpSpPr/>
        <p:nvPr/>
      </p:nvGrpSpPr>
      <p:grpSpPr>
        <a:xfrm>
          <a:off x="0" y="0"/>
          <a:ext cx="0" cy="0"/>
          <a:chOff x="0" y="0"/>
          <a:chExt cx="0" cy="0"/>
        </a:xfrm>
      </p:grpSpPr>
      <p:sp>
        <p:nvSpPr>
          <p:cNvPr id="562" name="Google Shape;562;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3" name="Google Shape;563;p56"/>
          <p:cNvSpPr/>
          <p:nvPr>
            <p:ph idx="2" type="pic"/>
          </p:nvPr>
        </p:nvSpPr>
        <p:spPr>
          <a:xfrm>
            <a:off x="3389600" y="118913"/>
            <a:ext cx="1643700" cy="1535100"/>
          </a:xfrm>
          <a:prstGeom prst="rect">
            <a:avLst/>
          </a:prstGeom>
          <a:noFill/>
          <a:ln>
            <a:noFill/>
          </a:ln>
        </p:spPr>
      </p:sp>
      <p:sp>
        <p:nvSpPr>
          <p:cNvPr id="564" name="Google Shape;564;p56"/>
          <p:cNvSpPr/>
          <p:nvPr>
            <p:ph idx="3" type="pic"/>
          </p:nvPr>
        </p:nvSpPr>
        <p:spPr>
          <a:xfrm>
            <a:off x="5195935" y="118913"/>
            <a:ext cx="1643700" cy="1535100"/>
          </a:xfrm>
          <a:prstGeom prst="rect">
            <a:avLst/>
          </a:prstGeom>
          <a:noFill/>
          <a:ln>
            <a:noFill/>
          </a:ln>
        </p:spPr>
      </p:sp>
      <p:sp>
        <p:nvSpPr>
          <p:cNvPr id="565" name="Google Shape;565;p56"/>
          <p:cNvSpPr/>
          <p:nvPr>
            <p:ph idx="4" type="pic"/>
          </p:nvPr>
        </p:nvSpPr>
        <p:spPr>
          <a:xfrm>
            <a:off x="7002270" y="118913"/>
            <a:ext cx="1643700" cy="1535100"/>
          </a:xfrm>
          <a:prstGeom prst="rect">
            <a:avLst/>
          </a:prstGeom>
          <a:noFill/>
          <a:ln>
            <a:noFill/>
          </a:ln>
        </p:spPr>
      </p:sp>
      <p:sp>
        <p:nvSpPr>
          <p:cNvPr id="566" name="Google Shape;566;p56"/>
          <p:cNvSpPr/>
          <p:nvPr>
            <p:ph idx="5" type="pic"/>
          </p:nvPr>
        </p:nvSpPr>
        <p:spPr>
          <a:xfrm>
            <a:off x="3389588" y="1804212"/>
            <a:ext cx="1643700" cy="1535100"/>
          </a:xfrm>
          <a:prstGeom prst="rect">
            <a:avLst/>
          </a:prstGeom>
          <a:noFill/>
          <a:ln>
            <a:noFill/>
          </a:ln>
        </p:spPr>
      </p:sp>
      <p:sp>
        <p:nvSpPr>
          <p:cNvPr id="567" name="Google Shape;567;p56"/>
          <p:cNvSpPr/>
          <p:nvPr>
            <p:ph idx="6" type="pic"/>
          </p:nvPr>
        </p:nvSpPr>
        <p:spPr>
          <a:xfrm>
            <a:off x="5195922" y="1804212"/>
            <a:ext cx="1643700" cy="1535100"/>
          </a:xfrm>
          <a:prstGeom prst="rect">
            <a:avLst/>
          </a:prstGeom>
          <a:noFill/>
          <a:ln>
            <a:noFill/>
          </a:ln>
        </p:spPr>
      </p:sp>
      <p:sp>
        <p:nvSpPr>
          <p:cNvPr id="568" name="Google Shape;568;p56"/>
          <p:cNvSpPr/>
          <p:nvPr>
            <p:ph idx="7" type="pic"/>
          </p:nvPr>
        </p:nvSpPr>
        <p:spPr>
          <a:xfrm>
            <a:off x="7002257" y="1804212"/>
            <a:ext cx="1643700" cy="1535100"/>
          </a:xfrm>
          <a:prstGeom prst="rect">
            <a:avLst/>
          </a:prstGeom>
          <a:noFill/>
          <a:ln>
            <a:noFill/>
          </a:ln>
        </p:spPr>
      </p:sp>
      <p:sp>
        <p:nvSpPr>
          <p:cNvPr id="569" name="Google Shape;569;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70" name="Google Shape;570;p56"/>
          <p:cNvSpPr/>
          <p:nvPr>
            <p:ph idx="8" type="pic"/>
          </p:nvPr>
        </p:nvSpPr>
        <p:spPr>
          <a:xfrm>
            <a:off x="3389588" y="3489487"/>
            <a:ext cx="1643700" cy="1535100"/>
          </a:xfrm>
          <a:prstGeom prst="rect">
            <a:avLst/>
          </a:prstGeom>
          <a:noFill/>
          <a:ln>
            <a:noFill/>
          </a:ln>
        </p:spPr>
      </p:sp>
      <p:sp>
        <p:nvSpPr>
          <p:cNvPr id="571" name="Google Shape;571;p56"/>
          <p:cNvSpPr/>
          <p:nvPr>
            <p:ph idx="9" type="pic"/>
          </p:nvPr>
        </p:nvSpPr>
        <p:spPr>
          <a:xfrm>
            <a:off x="5195922" y="3489487"/>
            <a:ext cx="1643700" cy="1535100"/>
          </a:xfrm>
          <a:prstGeom prst="rect">
            <a:avLst/>
          </a:prstGeom>
          <a:noFill/>
          <a:ln>
            <a:noFill/>
          </a:ln>
        </p:spPr>
      </p:sp>
      <p:sp>
        <p:nvSpPr>
          <p:cNvPr id="572" name="Google Shape;572;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7550" y="84350"/>
            <a:ext cx="8454300" cy="33762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5600"/>
              <a:buFont typeface="Unbounded"/>
              <a:buNone/>
              <a:defRPr sz="5600">
                <a:solidFill>
                  <a:schemeClr val="dk1"/>
                </a:solidFill>
                <a:latin typeface="Unbounded"/>
                <a:ea typeface="Unbounded"/>
                <a:cs typeface="Unbounded"/>
                <a:sym typeface="Unbounded"/>
              </a:defRPr>
            </a:lvl1pPr>
            <a:lvl2pPr lvl="1">
              <a:lnSpc>
                <a:spcPct val="80000"/>
              </a:lnSpc>
              <a:spcBef>
                <a:spcPts val="0"/>
              </a:spcBef>
              <a:spcAft>
                <a:spcPts val="0"/>
              </a:spcAft>
              <a:buSzPts val="5600"/>
              <a:buFont typeface="Unbounded"/>
              <a:buNone/>
              <a:defRPr sz="5600">
                <a:latin typeface="Unbounded"/>
                <a:ea typeface="Unbounded"/>
                <a:cs typeface="Unbounded"/>
                <a:sym typeface="Unbounded"/>
              </a:defRPr>
            </a:lvl2pPr>
            <a:lvl3pPr lvl="2">
              <a:lnSpc>
                <a:spcPct val="80000"/>
              </a:lnSpc>
              <a:spcBef>
                <a:spcPts val="0"/>
              </a:spcBef>
              <a:spcAft>
                <a:spcPts val="0"/>
              </a:spcAft>
              <a:buSzPts val="5600"/>
              <a:buFont typeface="Unbounded"/>
              <a:buNone/>
              <a:defRPr sz="5600">
                <a:latin typeface="Unbounded"/>
                <a:ea typeface="Unbounded"/>
                <a:cs typeface="Unbounded"/>
                <a:sym typeface="Unbounded"/>
              </a:defRPr>
            </a:lvl3pPr>
            <a:lvl4pPr lvl="3">
              <a:lnSpc>
                <a:spcPct val="80000"/>
              </a:lnSpc>
              <a:spcBef>
                <a:spcPts val="0"/>
              </a:spcBef>
              <a:spcAft>
                <a:spcPts val="0"/>
              </a:spcAft>
              <a:buSzPts val="5600"/>
              <a:buFont typeface="Unbounded"/>
              <a:buNone/>
              <a:defRPr sz="5600">
                <a:latin typeface="Unbounded"/>
                <a:ea typeface="Unbounded"/>
                <a:cs typeface="Unbounded"/>
                <a:sym typeface="Unbounded"/>
              </a:defRPr>
            </a:lvl4pPr>
            <a:lvl5pPr lvl="4">
              <a:lnSpc>
                <a:spcPct val="80000"/>
              </a:lnSpc>
              <a:spcBef>
                <a:spcPts val="0"/>
              </a:spcBef>
              <a:spcAft>
                <a:spcPts val="0"/>
              </a:spcAft>
              <a:buSzPts val="5600"/>
              <a:buFont typeface="Unbounded"/>
              <a:buNone/>
              <a:defRPr sz="5600">
                <a:latin typeface="Unbounded"/>
                <a:ea typeface="Unbounded"/>
                <a:cs typeface="Unbounded"/>
                <a:sym typeface="Unbounded"/>
              </a:defRPr>
            </a:lvl5pPr>
            <a:lvl6pPr lvl="5">
              <a:lnSpc>
                <a:spcPct val="80000"/>
              </a:lnSpc>
              <a:spcBef>
                <a:spcPts val="0"/>
              </a:spcBef>
              <a:spcAft>
                <a:spcPts val="0"/>
              </a:spcAft>
              <a:buSzPts val="5600"/>
              <a:buFont typeface="Unbounded"/>
              <a:buNone/>
              <a:defRPr sz="5600">
                <a:latin typeface="Unbounded"/>
                <a:ea typeface="Unbounded"/>
                <a:cs typeface="Unbounded"/>
                <a:sym typeface="Unbounded"/>
              </a:defRPr>
            </a:lvl6pPr>
            <a:lvl7pPr lvl="6">
              <a:lnSpc>
                <a:spcPct val="80000"/>
              </a:lnSpc>
              <a:spcBef>
                <a:spcPts val="0"/>
              </a:spcBef>
              <a:spcAft>
                <a:spcPts val="0"/>
              </a:spcAft>
              <a:buSzPts val="5600"/>
              <a:buFont typeface="Unbounded"/>
              <a:buNone/>
              <a:defRPr sz="5600">
                <a:latin typeface="Unbounded"/>
                <a:ea typeface="Unbounded"/>
                <a:cs typeface="Unbounded"/>
                <a:sym typeface="Unbounded"/>
              </a:defRPr>
            </a:lvl7pPr>
            <a:lvl8pPr lvl="7">
              <a:lnSpc>
                <a:spcPct val="80000"/>
              </a:lnSpc>
              <a:spcBef>
                <a:spcPts val="0"/>
              </a:spcBef>
              <a:spcAft>
                <a:spcPts val="0"/>
              </a:spcAft>
              <a:buSzPts val="5600"/>
              <a:buFont typeface="Unbounded"/>
              <a:buNone/>
              <a:defRPr sz="5600">
                <a:latin typeface="Unbounded"/>
                <a:ea typeface="Unbounded"/>
                <a:cs typeface="Unbounded"/>
                <a:sym typeface="Unbounded"/>
              </a:defRPr>
            </a:lvl8pPr>
            <a:lvl9pPr lvl="8">
              <a:lnSpc>
                <a:spcPct val="80000"/>
              </a:lnSpc>
              <a:spcBef>
                <a:spcPts val="0"/>
              </a:spcBef>
              <a:spcAft>
                <a:spcPts val="0"/>
              </a:spcAft>
              <a:buSzPts val="5600"/>
              <a:buFont typeface="Unbounded"/>
              <a:buNone/>
              <a:defRPr sz="5600">
                <a:latin typeface="Unbounded"/>
                <a:ea typeface="Unbounded"/>
                <a:cs typeface="Unbounded"/>
                <a:sym typeface="Unbounded"/>
              </a:defRPr>
            </a:lvl9pPr>
          </a:lstStyle>
          <a:p/>
        </p:txBody>
      </p:sp>
      <p:sp>
        <p:nvSpPr>
          <p:cNvPr id="7" name="Google Shape;7;p1"/>
          <p:cNvSpPr txBox="1"/>
          <p:nvPr>
            <p:ph idx="1" type="body"/>
          </p:nvPr>
        </p:nvSpPr>
        <p:spPr>
          <a:xfrm>
            <a:off x="314600" y="3770150"/>
            <a:ext cx="5718600" cy="9507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1pPr>
            <a:lvl2pPr indent="-298450" lvl="1" marL="9144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2pPr>
            <a:lvl3pPr indent="-298450" lvl="2" marL="13716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3pPr>
            <a:lvl4pPr indent="-298450" lvl="3" marL="18288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4pPr>
            <a:lvl5pPr indent="-298450" lvl="4" marL="22860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5pPr>
            <a:lvl6pPr indent="-298450" lvl="5" marL="27432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6pPr>
            <a:lvl7pPr indent="-298450" lvl="6" marL="32004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7pPr>
            <a:lvl8pPr indent="-298450" lvl="7" marL="36576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8pPr>
            <a:lvl9pPr indent="-298450" lvl="8" marL="41148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Work Sans"/>
                <a:ea typeface="Work Sans"/>
                <a:cs typeface="Work Sans"/>
                <a:sym typeface="Work Sans"/>
              </a:defRPr>
            </a:lvl1pPr>
            <a:lvl2pPr lvl="1" algn="r">
              <a:buNone/>
              <a:defRPr sz="1000">
                <a:solidFill>
                  <a:schemeClr val="dk2"/>
                </a:solidFill>
                <a:latin typeface="Work Sans"/>
                <a:ea typeface="Work Sans"/>
                <a:cs typeface="Work Sans"/>
                <a:sym typeface="Work Sans"/>
              </a:defRPr>
            </a:lvl2pPr>
            <a:lvl3pPr lvl="2" algn="r">
              <a:buNone/>
              <a:defRPr sz="1000">
                <a:solidFill>
                  <a:schemeClr val="dk2"/>
                </a:solidFill>
                <a:latin typeface="Work Sans"/>
                <a:ea typeface="Work Sans"/>
                <a:cs typeface="Work Sans"/>
                <a:sym typeface="Work Sans"/>
              </a:defRPr>
            </a:lvl3pPr>
            <a:lvl4pPr lvl="3" algn="r">
              <a:buNone/>
              <a:defRPr sz="1000">
                <a:solidFill>
                  <a:schemeClr val="dk2"/>
                </a:solidFill>
                <a:latin typeface="Work Sans"/>
                <a:ea typeface="Work Sans"/>
                <a:cs typeface="Work Sans"/>
                <a:sym typeface="Work Sans"/>
              </a:defRPr>
            </a:lvl4pPr>
            <a:lvl5pPr lvl="4" algn="r">
              <a:buNone/>
              <a:defRPr sz="1000">
                <a:solidFill>
                  <a:schemeClr val="dk2"/>
                </a:solidFill>
                <a:latin typeface="Work Sans"/>
                <a:ea typeface="Work Sans"/>
                <a:cs typeface="Work Sans"/>
                <a:sym typeface="Work Sans"/>
              </a:defRPr>
            </a:lvl5pPr>
            <a:lvl6pPr lvl="5" algn="r">
              <a:buNone/>
              <a:defRPr sz="1000">
                <a:solidFill>
                  <a:schemeClr val="dk2"/>
                </a:solidFill>
                <a:latin typeface="Work Sans"/>
                <a:ea typeface="Work Sans"/>
                <a:cs typeface="Work Sans"/>
                <a:sym typeface="Work Sans"/>
              </a:defRPr>
            </a:lvl6pPr>
            <a:lvl7pPr lvl="6" algn="r">
              <a:buNone/>
              <a:defRPr sz="1000">
                <a:solidFill>
                  <a:schemeClr val="dk2"/>
                </a:solidFill>
                <a:latin typeface="Work Sans"/>
                <a:ea typeface="Work Sans"/>
                <a:cs typeface="Work Sans"/>
                <a:sym typeface="Work Sans"/>
              </a:defRPr>
            </a:lvl7pPr>
            <a:lvl8pPr lvl="7" algn="r">
              <a:buNone/>
              <a:defRPr sz="1000">
                <a:solidFill>
                  <a:schemeClr val="dk2"/>
                </a:solidFill>
                <a:latin typeface="Work Sans"/>
                <a:ea typeface="Work Sans"/>
                <a:cs typeface="Work Sans"/>
                <a:sym typeface="Work Sans"/>
              </a:defRPr>
            </a:lvl8pPr>
            <a:lvl9pPr lvl="8" algn="r">
              <a:buNone/>
              <a:defRPr sz="1000">
                <a:solidFill>
                  <a:schemeClr val="dk2"/>
                </a:solidFill>
                <a:latin typeface="Work Sans"/>
                <a:ea typeface="Work Sans"/>
                <a:cs typeface="Work Sans"/>
                <a:sym typeface="Work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19">
          <p15:clr>
            <a:srgbClr val="E46962"/>
          </p15:clr>
        </p15:guide>
        <p15:guide id="2" pos="593">
          <p15:clr>
            <a:srgbClr val="E46962"/>
          </p15:clr>
        </p15:guide>
        <p15:guide id="3" pos="669">
          <p15:clr>
            <a:srgbClr val="E46962"/>
          </p15:clr>
        </p15:guide>
        <p15:guide id="4" pos="1044">
          <p15:clr>
            <a:srgbClr val="E46962"/>
          </p15:clr>
        </p15:guide>
        <p15:guide id="5" pos="1119">
          <p15:clr>
            <a:srgbClr val="E46962"/>
          </p15:clr>
        </p15:guide>
        <p15:guide id="6" pos="1494">
          <p15:clr>
            <a:srgbClr val="E46962"/>
          </p15:clr>
        </p15:guide>
        <p15:guide id="7" pos="1569">
          <p15:clr>
            <a:srgbClr val="E46962"/>
          </p15:clr>
        </p15:guide>
        <p15:guide id="8" pos="1944">
          <p15:clr>
            <a:srgbClr val="E46962"/>
          </p15:clr>
        </p15:guide>
        <p15:guide id="9" pos="2019">
          <p15:clr>
            <a:srgbClr val="E46962"/>
          </p15:clr>
        </p15:guide>
        <p15:guide id="10" pos="2394">
          <p15:clr>
            <a:srgbClr val="E46962"/>
          </p15:clr>
        </p15:guide>
        <p15:guide id="11" pos="2469">
          <p15:clr>
            <a:srgbClr val="E46962"/>
          </p15:clr>
        </p15:guide>
        <p15:guide id="12" pos="2844">
          <p15:clr>
            <a:srgbClr val="E46962"/>
          </p15:clr>
        </p15:guide>
        <p15:guide id="13" pos="2919">
          <p15:clr>
            <a:srgbClr val="E46962"/>
          </p15:clr>
        </p15:guide>
        <p15:guide id="14" pos="3294">
          <p15:clr>
            <a:srgbClr val="E46962"/>
          </p15:clr>
        </p15:guide>
        <p15:guide id="15" pos="3370">
          <p15:clr>
            <a:srgbClr val="E46962"/>
          </p15:clr>
        </p15:guide>
        <p15:guide id="16" pos="3744">
          <p15:clr>
            <a:srgbClr val="E46962"/>
          </p15:clr>
        </p15:guide>
        <p15:guide id="17" pos="3820">
          <p15:clr>
            <a:srgbClr val="E46962"/>
          </p15:clr>
        </p15:guide>
        <p15:guide id="18" pos="4194">
          <p15:clr>
            <a:srgbClr val="E46962"/>
          </p15:clr>
        </p15:guide>
        <p15:guide id="19" pos="4270">
          <p15:clr>
            <a:srgbClr val="E46962"/>
          </p15:clr>
        </p15:guide>
        <p15:guide id="20" pos="4644">
          <p15:clr>
            <a:srgbClr val="E46962"/>
          </p15:clr>
        </p15:guide>
        <p15:guide id="21" pos="4720">
          <p15:clr>
            <a:srgbClr val="E46962"/>
          </p15:clr>
        </p15:guide>
        <p15:guide id="22" pos="5094">
          <p15:clr>
            <a:srgbClr val="E46962"/>
          </p15:clr>
        </p15:guide>
        <p15:guide id="23" pos="5170">
          <p15:clr>
            <a:srgbClr val="E46962"/>
          </p15:clr>
        </p15:guide>
        <p15:guide id="24" pos="5544">
          <p15:clr>
            <a:srgbClr val="E46962"/>
          </p15:clr>
        </p15:guide>
        <p15:guide id="25" orient="horz" pos="53">
          <p15:clr>
            <a:srgbClr val="E46962"/>
          </p15:clr>
        </p15:guide>
        <p15:guide id="26" orient="horz" pos="319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7"/>
          <p:cNvSpPr txBox="1"/>
          <p:nvPr>
            <p:ph idx="2" type="subTitle"/>
          </p:nvPr>
        </p:nvSpPr>
        <p:spPr>
          <a:xfrm rot="5400000">
            <a:off x="-808375" y="889475"/>
            <a:ext cx="19629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100"/>
              <a:t>B.sc Computer Science</a:t>
            </a:r>
            <a:endParaRPr sz="1100"/>
          </a:p>
        </p:txBody>
      </p:sp>
      <p:sp>
        <p:nvSpPr>
          <p:cNvPr id="578" name="Google Shape;578;p57"/>
          <p:cNvSpPr txBox="1"/>
          <p:nvPr>
            <p:ph type="title"/>
          </p:nvPr>
        </p:nvSpPr>
        <p:spPr>
          <a:xfrm>
            <a:off x="347550" y="1744875"/>
            <a:ext cx="8652300" cy="10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400"/>
              <a:t>ICS 2411</a:t>
            </a:r>
            <a:r>
              <a:rPr lang="en" sz="4400"/>
              <a:t>: </a:t>
            </a:r>
            <a:r>
              <a:rPr lang="en" sz="4400"/>
              <a:t>Cryptography</a:t>
            </a:r>
            <a:endParaRPr sz="4400"/>
          </a:p>
        </p:txBody>
      </p:sp>
      <p:sp>
        <p:nvSpPr>
          <p:cNvPr id="579" name="Google Shape;579;p57"/>
          <p:cNvSpPr txBox="1"/>
          <p:nvPr>
            <p:ph idx="1" type="subTitle"/>
          </p:nvPr>
        </p:nvSpPr>
        <p:spPr>
          <a:xfrm>
            <a:off x="1950450" y="2746275"/>
            <a:ext cx="5654400" cy="52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Name:</a:t>
            </a:r>
            <a:r>
              <a:rPr lang="en"/>
              <a:t> Ashraf Mohammed Hassan Anil</a:t>
            </a:r>
            <a:endParaRPr/>
          </a:p>
        </p:txBody>
      </p:sp>
      <p:sp>
        <p:nvSpPr>
          <p:cNvPr id="580" name="Google Shape;580;p57"/>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100"/>
              <a:t>12/3/2025</a:t>
            </a:r>
            <a:endParaRPr sz="1100"/>
          </a:p>
        </p:txBody>
      </p:sp>
      <p:sp>
        <p:nvSpPr>
          <p:cNvPr id="581" name="Google Shape;581;p57"/>
          <p:cNvSpPr txBox="1"/>
          <p:nvPr>
            <p:ph idx="1" type="subTitle"/>
          </p:nvPr>
        </p:nvSpPr>
        <p:spPr>
          <a:xfrm>
            <a:off x="2040125" y="3350300"/>
            <a:ext cx="5654400" cy="52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Reg No:</a:t>
            </a:r>
            <a:r>
              <a:rPr lang="en"/>
              <a:t> SCT211-0255/2021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8"/>
          <p:cNvSpPr txBox="1"/>
          <p:nvPr>
            <p:ph type="title"/>
          </p:nvPr>
        </p:nvSpPr>
        <p:spPr>
          <a:xfrm>
            <a:off x="417150" y="1035513"/>
            <a:ext cx="3908100" cy="795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Chapter 4</a:t>
            </a:r>
            <a:endParaRPr/>
          </a:p>
        </p:txBody>
      </p:sp>
      <p:sp>
        <p:nvSpPr>
          <p:cNvPr id="587" name="Google Shape;587;p58"/>
          <p:cNvSpPr txBox="1"/>
          <p:nvPr>
            <p:ph idx="1" type="body"/>
          </p:nvPr>
        </p:nvSpPr>
        <p:spPr>
          <a:xfrm>
            <a:off x="559800" y="1763550"/>
            <a:ext cx="3622800" cy="161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200"/>
              <a:t>Number Theory and Cryptography</a:t>
            </a:r>
            <a:endParaRPr sz="3200"/>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588" name="Google Shape;588;p58"/>
          <p:cNvSpPr txBox="1"/>
          <p:nvPr>
            <p:ph idx="2" type="subTitle"/>
          </p:nvPr>
        </p:nvSpPr>
        <p:spPr>
          <a:xfrm>
            <a:off x="5258275" y="209175"/>
            <a:ext cx="3908100" cy="63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Divisibility and Modular Arithmetic</a:t>
            </a:r>
            <a:endParaRPr/>
          </a:p>
        </p:txBody>
      </p:sp>
      <p:sp>
        <p:nvSpPr>
          <p:cNvPr id="589" name="Google Shape;589;p58"/>
          <p:cNvSpPr txBox="1"/>
          <p:nvPr>
            <p:ph idx="4" type="subTitle"/>
          </p:nvPr>
        </p:nvSpPr>
        <p:spPr>
          <a:xfrm>
            <a:off x="5258275" y="996975"/>
            <a:ext cx="3710100" cy="63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Integer Representations and Algorithms</a:t>
            </a:r>
            <a:endParaRPr/>
          </a:p>
        </p:txBody>
      </p:sp>
      <p:sp>
        <p:nvSpPr>
          <p:cNvPr id="590" name="Google Shape;590;p58"/>
          <p:cNvSpPr txBox="1"/>
          <p:nvPr>
            <p:ph idx="6" type="subTitle"/>
          </p:nvPr>
        </p:nvSpPr>
        <p:spPr>
          <a:xfrm>
            <a:off x="5258275" y="1784775"/>
            <a:ext cx="3710100" cy="63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Primes and Greatest Common Divisors</a:t>
            </a:r>
            <a:endParaRPr/>
          </a:p>
        </p:txBody>
      </p:sp>
      <p:sp>
        <p:nvSpPr>
          <p:cNvPr id="591" name="Google Shape;591;p58"/>
          <p:cNvSpPr txBox="1"/>
          <p:nvPr>
            <p:ph idx="8" type="subTitle"/>
          </p:nvPr>
        </p:nvSpPr>
        <p:spPr>
          <a:xfrm>
            <a:off x="5258284" y="2648774"/>
            <a:ext cx="3710100" cy="50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Solving Congruences</a:t>
            </a:r>
            <a:endParaRPr/>
          </a:p>
        </p:txBody>
      </p:sp>
      <p:sp>
        <p:nvSpPr>
          <p:cNvPr id="592" name="Google Shape;592;p58"/>
          <p:cNvSpPr txBox="1"/>
          <p:nvPr>
            <p:ph idx="13" type="subTitle"/>
          </p:nvPr>
        </p:nvSpPr>
        <p:spPr>
          <a:xfrm>
            <a:off x="5258275" y="3360375"/>
            <a:ext cx="3885600" cy="5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Applications of Congruences</a:t>
            </a:r>
            <a:endParaRPr/>
          </a:p>
        </p:txBody>
      </p:sp>
      <p:sp>
        <p:nvSpPr>
          <p:cNvPr id="593" name="Google Shape;593;p58"/>
          <p:cNvSpPr txBox="1"/>
          <p:nvPr>
            <p:ph idx="15"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t>ICS 2411: Cryptography</a:t>
            </a:r>
            <a:endParaRPr sz="1000"/>
          </a:p>
        </p:txBody>
      </p:sp>
      <p:sp>
        <p:nvSpPr>
          <p:cNvPr id="594" name="Google Shape;594;p58"/>
          <p:cNvSpPr txBox="1"/>
          <p:nvPr>
            <p:ph idx="16"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pic>
        <p:nvPicPr>
          <p:cNvPr descr="Red oval." id="595" name="Google Shape;595;p58"/>
          <p:cNvPicPr preferRelativeResize="0"/>
          <p:nvPr/>
        </p:nvPicPr>
        <p:blipFill>
          <a:blip r:embed="rId3">
            <a:alphaModFix/>
          </a:blip>
          <a:stretch>
            <a:fillRect/>
          </a:stretch>
        </p:blipFill>
        <p:spPr>
          <a:xfrm>
            <a:off x="4961725" y="372175"/>
            <a:ext cx="275499" cy="267975"/>
          </a:xfrm>
          <a:prstGeom prst="rect">
            <a:avLst/>
          </a:prstGeom>
          <a:noFill/>
          <a:ln>
            <a:noFill/>
          </a:ln>
        </p:spPr>
      </p:pic>
      <p:pic>
        <p:nvPicPr>
          <p:cNvPr descr="Red oval." id="596" name="Google Shape;596;p58"/>
          <p:cNvPicPr preferRelativeResize="0"/>
          <p:nvPr/>
        </p:nvPicPr>
        <p:blipFill>
          <a:blip r:embed="rId3">
            <a:alphaModFix/>
          </a:blip>
          <a:stretch>
            <a:fillRect/>
          </a:stretch>
        </p:blipFill>
        <p:spPr>
          <a:xfrm>
            <a:off x="4961725" y="1159975"/>
            <a:ext cx="275499" cy="267975"/>
          </a:xfrm>
          <a:prstGeom prst="rect">
            <a:avLst/>
          </a:prstGeom>
          <a:noFill/>
          <a:ln>
            <a:noFill/>
          </a:ln>
        </p:spPr>
      </p:pic>
      <p:pic>
        <p:nvPicPr>
          <p:cNvPr descr="Red oval." id="597" name="Google Shape;597;p58"/>
          <p:cNvPicPr preferRelativeResize="0"/>
          <p:nvPr/>
        </p:nvPicPr>
        <p:blipFill>
          <a:blip r:embed="rId3">
            <a:alphaModFix/>
          </a:blip>
          <a:stretch>
            <a:fillRect/>
          </a:stretch>
        </p:blipFill>
        <p:spPr>
          <a:xfrm>
            <a:off x="4961725" y="1947775"/>
            <a:ext cx="275499" cy="267975"/>
          </a:xfrm>
          <a:prstGeom prst="rect">
            <a:avLst/>
          </a:prstGeom>
          <a:noFill/>
          <a:ln>
            <a:noFill/>
          </a:ln>
        </p:spPr>
      </p:pic>
      <p:pic>
        <p:nvPicPr>
          <p:cNvPr descr="Red oval." id="598" name="Google Shape;598;p58"/>
          <p:cNvPicPr preferRelativeResize="0"/>
          <p:nvPr/>
        </p:nvPicPr>
        <p:blipFill>
          <a:blip r:embed="rId3">
            <a:alphaModFix/>
          </a:blip>
          <a:stretch>
            <a:fillRect/>
          </a:stretch>
        </p:blipFill>
        <p:spPr>
          <a:xfrm>
            <a:off x="4961725" y="2735575"/>
            <a:ext cx="275499" cy="267975"/>
          </a:xfrm>
          <a:prstGeom prst="rect">
            <a:avLst/>
          </a:prstGeom>
          <a:noFill/>
          <a:ln>
            <a:noFill/>
          </a:ln>
        </p:spPr>
      </p:pic>
      <p:pic>
        <p:nvPicPr>
          <p:cNvPr descr="Red oval." id="599" name="Google Shape;599;p58"/>
          <p:cNvPicPr preferRelativeResize="0"/>
          <p:nvPr/>
        </p:nvPicPr>
        <p:blipFill>
          <a:blip r:embed="rId3">
            <a:alphaModFix/>
          </a:blip>
          <a:stretch>
            <a:fillRect/>
          </a:stretch>
        </p:blipFill>
        <p:spPr>
          <a:xfrm>
            <a:off x="4961725" y="3523375"/>
            <a:ext cx="275499" cy="267975"/>
          </a:xfrm>
          <a:prstGeom prst="rect">
            <a:avLst/>
          </a:prstGeom>
          <a:noFill/>
          <a:ln>
            <a:noFill/>
          </a:ln>
        </p:spPr>
      </p:pic>
      <p:sp>
        <p:nvSpPr>
          <p:cNvPr id="600" name="Google Shape;600;p58"/>
          <p:cNvSpPr txBox="1"/>
          <p:nvPr>
            <p:ph idx="13" type="subTitle"/>
          </p:nvPr>
        </p:nvSpPr>
        <p:spPr>
          <a:xfrm>
            <a:off x="5258284" y="4148174"/>
            <a:ext cx="3710100" cy="50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Cryptography</a:t>
            </a:r>
            <a:endParaRPr/>
          </a:p>
        </p:txBody>
      </p:sp>
      <p:pic>
        <p:nvPicPr>
          <p:cNvPr descr="Red oval." id="601" name="Google Shape;601;p58"/>
          <p:cNvPicPr preferRelativeResize="0"/>
          <p:nvPr/>
        </p:nvPicPr>
        <p:blipFill>
          <a:blip r:embed="rId3">
            <a:alphaModFix/>
          </a:blip>
          <a:stretch>
            <a:fillRect/>
          </a:stretch>
        </p:blipFill>
        <p:spPr>
          <a:xfrm>
            <a:off x="4961725" y="4234975"/>
            <a:ext cx="275499" cy="267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9"/>
          <p:cNvSpPr txBox="1"/>
          <p:nvPr>
            <p:ph type="title"/>
          </p:nvPr>
        </p:nvSpPr>
        <p:spPr>
          <a:xfrm>
            <a:off x="328350" y="340600"/>
            <a:ext cx="8487300" cy="1415700"/>
          </a:xfrm>
          <a:prstGeom prst="rect">
            <a:avLst/>
          </a:prstGeom>
        </p:spPr>
        <p:txBody>
          <a:bodyPr anchorCtr="0" anchor="ctr" bIns="91425" lIns="91425" spcFirstLastPara="1" rIns="91425" wrap="square" tIns="91425">
            <a:noAutofit/>
          </a:bodyPr>
          <a:lstStyle/>
          <a:p>
            <a:pPr indent="-457200" lvl="0" marL="457200" rtl="0" algn="ctr">
              <a:lnSpc>
                <a:spcPct val="90000"/>
              </a:lnSpc>
              <a:spcBef>
                <a:spcPts val="0"/>
              </a:spcBef>
              <a:spcAft>
                <a:spcPts val="0"/>
              </a:spcAft>
              <a:buClr>
                <a:schemeClr val="lt1"/>
              </a:buClr>
              <a:buSzPts val="3600"/>
              <a:buAutoNum type="arabicPeriod"/>
            </a:pPr>
            <a:r>
              <a:rPr b="1" lang="en" sz="3600">
                <a:solidFill>
                  <a:schemeClr val="lt1"/>
                </a:solidFill>
              </a:rPr>
              <a:t>Divisibility and Modular Arithmetic</a:t>
            </a:r>
            <a:endParaRPr b="1" sz="3600">
              <a:solidFill>
                <a:schemeClr val="lt1"/>
              </a:solidFill>
            </a:endParaRPr>
          </a:p>
        </p:txBody>
      </p:sp>
      <p:sp>
        <p:nvSpPr>
          <p:cNvPr id="607" name="Google Shape;607;p59"/>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08" name="Google Shape;608;p59"/>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609" name="Google Shape;609;p59"/>
          <p:cNvSpPr/>
          <p:nvPr/>
        </p:nvSpPr>
        <p:spPr>
          <a:xfrm>
            <a:off x="1129050" y="1543050"/>
            <a:ext cx="7025400" cy="2646900"/>
          </a:xfrm>
          <a:prstGeom prst="horizontalScroll">
            <a:avLst>
              <a:gd fmla="val 12500" name="adj"/>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Work Sans"/>
                <a:ea typeface="Work Sans"/>
                <a:cs typeface="Work Sans"/>
                <a:sym typeface="Work Sans"/>
              </a:rPr>
              <a:t>Division </a:t>
            </a:r>
            <a:r>
              <a:rPr lang="en" sz="1600">
                <a:latin typeface="Work Sans"/>
                <a:ea typeface="Work Sans"/>
                <a:cs typeface="Work Sans"/>
                <a:sym typeface="Work Sans"/>
              </a:rPr>
              <a:t>of an integer by a positive integer produces a quotient and a remainder.Working with these remainders leads to </a:t>
            </a:r>
            <a:r>
              <a:rPr b="1" lang="en" sz="1600">
                <a:latin typeface="Work Sans"/>
                <a:ea typeface="Work Sans"/>
                <a:cs typeface="Work Sans"/>
                <a:sym typeface="Work Sans"/>
              </a:rPr>
              <a:t>modular arithmetic.</a:t>
            </a:r>
            <a:endParaRPr b="1" sz="1600">
              <a:latin typeface="Work Sans"/>
              <a:ea typeface="Work Sans"/>
              <a:cs typeface="Work Sans"/>
              <a:sym typeface="Work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0"/>
          <p:cNvSpPr txBox="1"/>
          <p:nvPr>
            <p:ph type="title"/>
          </p:nvPr>
        </p:nvSpPr>
        <p:spPr>
          <a:xfrm>
            <a:off x="2950600" y="265325"/>
            <a:ext cx="3368100" cy="7758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600"/>
              <a:t>1.1 Division</a:t>
            </a:r>
            <a:endParaRPr sz="3600"/>
          </a:p>
        </p:txBody>
      </p:sp>
      <p:sp>
        <p:nvSpPr>
          <p:cNvPr id="615" name="Google Shape;615;p60"/>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16" name="Google Shape;616;p60"/>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617" name="Google Shape;617;p60"/>
          <p:cNvSpPr txBox="1"/>
          <p:nvPr/>
        </p:nvSpPr>
        <p:spPr>
          <a:xfrm>
            <a:off x="689975" y="1241975"/>
            <a:ext cx="8317500" cy="28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Work Sans"/>
                <a:ea typeface="Work Sans"/>
                <a:cs typeface="Work Sans"/>
                <a:sym typeface="Work Sans"/>
              </a:rPr>
              <a:t>Definition:</a:t>
            </a:r>
            <a:endParaRPr b="1"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rPr lang="en" sz="1700">
                <a:solidFill>
                  <a:schemeClr val="dk1"/>
                </a:solidFill>
                <a:latin typeface="Work Sans"/>
                <a:ea typeface="Work Sans"/>
                <a:cs typeface="Work Sans"/>
                <a:sym typeface="Work Sans"/>
              </a:rPr>
              <a:t>If </a:t>
            </a:r>
            <a:r>
              <a:rPr i="1" lang="en" sz="1700">
                <a:solidFill>
                  <a:schemeClr val="dk1"/>
                </a:solidFill>
                <a:latin typeface="Work Sans"/>
                <a:ea typeface="Work Sans"/>
                <a:cs typeface="Work Sans"/>
                <a:sym typeface="Work Sans"/>
              </a:rPr>
              <a:t>a and b</a:t>
            </a:r>
            <a:r>
              <a:rPr lang="en" sz="1700">
                <a:solidFill>
                  <a:schemeClr val="dk1"/>
                </a:solidFill>
                <a:latin typeface="Work Sans"/>
                <a:ea typeface="Work Sans"/>
                <a:cs typeface="Work Sans"/>
                <a:sym typeface="Work Sans"/>
              </a:rPr>
              <a:t> are integers with </a:t>
            </a:r>
            <a:r>
              <a:rPr i="1" lang="en" sz="1700">
                <a:solidFill>
                  <a:schemeClr val="dk1"/>
                </a:solidFill>
                <a:latin typeface="Work Sans"/>
                <a:ea typeface="Work Sans"/>
                <a:cs typeface="Work Sans"/>
                <a:sym typeface="Work Sans"/>
              </a:rPr>
              <a:t>a = 0</a:t>
            </a:r>
            <a:r>
              <a:rPr lang="en" sz="1700">
                <a:solidFill>
                  <a:schemeClr val="dk1"/>
                </a:solidFill>
                <a:latin typeface="Work Sans"/>
                <a:ea typeface="Work Sans"/>
                <a:cs typeface="Work Sans"/>
                <a:sym typeface="Work Sans"/>
              </a:rPr>
              <a:t>, we say that a divides b if there is an integer </a:t>
            </a:r>
            <a:r>
              <a:rPr i="1" lang="en" sz="1700">
                <a:solidFill>
                  <a:schemeClr val="dk1"/>
                </a:solidFill>
                <a:latin typeface="Work Sans"/>
                <a:ea typeface="Work Sans"/>
                <a:cs typeface="Work Sans"/>
                <a:sym typeface="Work Sans"/>
              </a:rPr>
              <a:t>c </a:t>
            </a:r>
            <a:r>
              <a:rPr lang="en" sz="1700">
                <a:solidFill>
                  <a:schemeClr val="dk1"/>
                </a:solidFill>
                <a:latin typeface="Work Sans"/>
                <a:ea typeface="Work Sans"/>
                <a:cs typeface="Work Sans"/>
                <a:sym typeface="Work Sans"/>
              </a:rPr>
              <a:t>such that </a:t>
            </a:r>
            <a:r>
              <a:rPr i="1" lang="en" sz="1700">
                <a:solidFill>
                  <a:schemeClr val="dk1"/>
                </a:solidFill>
                <a:latin typeface="Work Sans"/>
                <a:ea typeface="Work Sans"/>
                <a:cs typeface="Work Sans"/>
                <a:sym typeface="Work Sans"/>
              </a:rPr>
              <a:t>b = ac</a:t>
            </a:r>
            <a:r>
              <a:rPr lang="en" sz="1700">
                <a:solidFill>
                  <a:schemeClr val="dk1"/>
                </a:solidFill>
                <a:latin typeface="Work Sans"/>
                <a:ea typeface="Work Sans"/>
                <a:cs typeface="Work Sans"/>
                <a:sym typeface="Work Sans"/>
              </a:rPr>
              <a:t>, or equivalently, if </a:t>
            </a:r>
            <a:r>
              <a:rPr i="1" lang="en" sz="1700">
                <a:solidFill>
                  <a:schemeClr val="dk1"/>
                </a:solidFill>
                <a:latin typeface="Work Sans"/>
                <a:ea typeface="Work Sans"/>
                <a:cs typeface="Work Sans"/>
                <a:sym typeface="Work Sans"/>
              </a:rPr>
              <a:t>b/a</a:t>
            </a:r>
            <a:r>
              <a:rPr lang="en" sz="1700">
                <a:solidFill>
                  <a:schemeClr val="dk1"/>
                </a:solidFill>
                <a:latin typeface="Work Sans"/>
                <a:ea typeface="Work Sans"/>
                <a:cs typeface="Work Sans"/>
                <a:sym typeface="Work Sans"/>
              </a:rPr>
              <a:t> is an integer. </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rPr lang="en" sz="1700">
                <a:solidFill>
                  <a:schemeClr val="dk1"/>
                </a:solidFill>
                <a:latin typeface="Work Sans"/>
                <a:ea typeface="Work Sans"/>
                <a:cs typeface="Work Sans"/>
                <a:sym typeface="Work Sans"/>
              </a:rPr>
              <a:t>When </a:t>
            </a:r>
            <a:r>
              <a:rPr i="1" lang="en" sz="1700">
                <a:solidFill>
                  <a:schemeClr val="dk1"/>
                </a:solidFill>
                <a:latin typeface="Work Sans"/>
                <a:ea typeface="Work Sans"/>
                <a:cs typeface="Work Sans"/>
                <a:sym typeface="Work Sans"/>
              </a:rPr>
              <a:t>a </a:t>
            </a:r>
            <a:r>
              <a:rPr lang="en" sz="1700">
                <a:solidFill>
                  <a:schemeClr val="dk1"/>
                </a:solidFill>
                <a:latin typeface="Work Sans"/>
                <a:ea typeface="Work Sans"/>
                <a:cs typeface="Work Sans"/>
                <a:sym typeface="Work Sans"/>
              </a:rPr>
              <a:t>divides </a:t>
            </a:r>
            <a:r>
              <a:rPr i="1" lang="en" sz="1700">
                <a:solidFill>
                  <a:schemeClr val="dk1"/>
                </a:solidFill>
                <a:latin typeface="Work Sans"/>
                <a:ea typeface="Work Sans"/>
                <a:cs typeface="Work Sans"/>
                <a:sym typeface="Work Sans"/>
              </a:rPr>
              <a:t>b </a:t>
            </a:r>
            <a:r>
              <a:rPr lang="en" sz="1700">
                <a:solidFill>
                  <a:schemeClr val="dk1"/>
                </a:solidFill>
                <a:latin typeface="Work Sans"/>
                <a:ea typeface="Work Sans"/>
                <a:cs typeface="Work Sans"/>
                <a:sym typeface="Work Sans"/>
              </a:rPr>
              <a:t>we say that a is a </a:t>
            </a:r>
            <a:r>
              <a:rPr lang="en" sz="1700" u="sng">
                <a:solidFill>
                  <a:schemeClr val="dk1"/>
                </a:solidFill>
                <a:latin typeface="Work Sans"/>
                <a:ea typeface="Work Sans"/>
                <a:cs typeface="Work Sans"/>
                <a:sym typeface="Work Sans"/>
              </a:rPr>
              <a:t>factor or divisor </a:t>
            </a:r>
            <a:r>
              <a:rPr lang="en" sz="1700">
                <a:solidFill>
                  <a:schemeClr val="dk1"/>
                </a:solidFill>
                <a:latin typeface="Work Sans"/>
                <a:ea typeface="Work Sans"/>
                <a:cs typeface="Work Sans"/>
                <a:sym typeface="Work Sans"/>
              </a:rPr>
              <a:t>of b, and that b is a </a:t>
            </a:r>
            <a:r>
              <a:rPr lang="en" sz="1700" u="sng">
                <a:solidFill>
                  <a:schemeClr val="dk1"/>
                </a:solidFill>
                <a:latin typeface="Work Sans"/>
                <a:ea typeface="Work Sans"/>
                <a:cs typeface="Work Sans"/>
                <a:sym typeface="Work Sans"/>
              </a:rPr>
              <a:t>multiple </a:t>
            </a:r>
            <a:r>
              <a:rPr lang="en" sz="1700">
                <a:solidFill>
                  <a:schemeClr val="dk1"/>
                </a:solidFill>
                <a:latin typeface="Work Sans"/>
                <a:ea typeface="Work Sans"/>
                <a:cs typeface="Work Sans"/>
                <a:sym typeface="Work Sans"/>
              </a:rPr>
              <a:t>of a. </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The notation </a:t>
            </a:r>
            <a:r>
              <a:rPr i="1" lang="en" sz="1700">
                <a:solidFill>
                  <a:schemeClr val="dk1"/>
                </a:solidFill>
                <a:latin typeface="Work Sans"/>
                <a:ea typeface="Work Sans"/>
                <a:cs typeface="Work Sans"/>
                <a:sym typeface="Work Sans"/>
              </a:rPr>
              <a:t>a | b</a:t>
            </a:r>
            <a:r>
              <a:rPr lang="en" sz="1700">
                <a:solidFill>
                  <a:schemeClr val="dk1"/>
                </a:solidFill>
                <a:latin typeface="Work Sans"/>
                <a:ea typeface="Work Sans"/>
                <a:cs typeface="Work Sans"/>
                <a:sym typeface="Work Sans"/>
              </a:rPr>
              <a:t> denotes that a divides b.We write </a:t>
            </a:r>
            <a:r>
              <a:rPr i="1" lang="en" sz="1700">
                <a:solidFill>
                  <a:schemeClr val="dk1"/>
                </a:solidFill>
                <a:latin typeface="Work Sans"/>
                <a:ea typeface="Work Sans"/>
                <a:cs typeface="Work Sans"/>
                <a:sym typeface="Work Sans"/>
              </a:rPr>
              <a:t>a ∤ b</a:t>
            </a:r>
            <a:endParaRPr i="1"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when a does not divide b.</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1"/>
          <p:cNvSpPr txBox="1"/>
          <p:nvPr>
            <p:ph type="title"/>
          </p:nvPr>
        </p:nvSpPr>
        <p:spPr>
          <a:xfrm>
            <a:off x="564525" y="82025"/>
            <a:ext cx="3368100" cy="6081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800"/>
              <a:t>Example</a:t>
            </a:r>
            <a:endParaRPr sz="2800"/>
          </a:p>
        </p:txBody>
      </p:sp>
      <p:sp>
        <p:nvSpPr>
          <p:cNvPr id="623" name="Google Shape;623;p61"/>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24" name="Google Shape;624;p61"/>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625" name="Google Shape;625;p61"/>
          <p:cNvSpPr txBox="1"/>
          <p:nvPr/>
        </p:nvSpPr>
        <p:spPr>
          <a:xfrm>
            <a:off x="564525" y="690125"/>
            <a:ext cx="8442900" cy="412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Work Sans"/>
                <a:ea typeface="Work Sans"/>
                <a:cs typeface="Work Sans"/>
                <a:sym typeface="Work Sans"/>
              </a:rPr>
              <a:t>Let n and d be positive integers. How many positive integers not exceeding n are divisible by d?</a:t>
            </a:r>
            <a:endParaRPr b="1"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rPr b="1" lang="en" sz="1600">
                <a:solidFill>
                  <a:schemeClr val="dk1"/>
                </a:solidFill>
                <a:latin typeface="Work Sans"/>
                <a:ea typeface="Work Sans"/>
                <a:cs typeface="Work Sans"/>
                <a:sym typeface="Work Sans"/>
              </a:rPr>
              <a:t>Solution:</a:t>
            </a:r>
            <a:r>
              <a:rPr lang="en" sz="1600">
                <a:solidFill>
                  <a:schemeClr val="dk1"/>
                </a:solidFill>
                <a:latin typeface="Work Sans"/>
                <a:ea typeface="Work Sans"/>
                <a:cs typeface="Work Sans"/>
                <a:sym typeface="Work Sans"/>
              </a:rPr>
              <a:t> The positive integers divisible by d are all the integers of the form dk, where k is a positive integer. Hence, the number of positive integers divisible by d that do not exceed n equals the number of integers k with 0 &lt; dk ≤ n, or with 0 &lt; k ≤ n/d.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Therefore, there are floor(n/d) positive integers not exceeding n that are divisible by d.</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Eg: If n=20 and d=3, the numbers divisible by 3 are: 3,6,9,12,15,18</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There are 20/3=6.66,  so we take ⌊6.66⌋ = 6 numbers.</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Thus, the answer is ⌊n/d⌋, meaning the number of integers up to n that are divisible by d.</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600">
              <a:solidFill>
                <a:schemeClr val="dk1"/>
              </a:solidFill>
              <a:latin typeface="Work Sans"/>
              <a:ea typeface="Work Sans"/>
              <a:cs typeface="Work Sans"/>
              <a:sym typeface="Work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2"/>
          <p:cNvSpPr txBox="1"/>
          <p:nvPr>
            <p:ph idx="1" type="subTitle"/>
          </p:nvPr>
        </p:nvSpPr>
        <p:spPr>
          <a:xfrm>
            <a:off x="824150" y="1769275"/>
            <a:ext cx="7746600" cy="255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2400"/>
              <a:t>Let a, b, and c be integers, where a = 0. Then:</a:t>
            </a:r>
            <a:endParaRPr sz="2400"/>
          </a:p>
          <a:p>
            <a:pPr indent="0" lvl="0" marL="0" rtl="0" algn="l">
              <a:spcBef>
                <a:spcPts val="0"/>
              </a:spcBef>
              <a:spcAft>
                <a:spcPts val="0"/>
              </a:spcAft>
              <a:buClr>
                <a:schemeClr val="dk1"/>
              </a:buClr>
              <a:buSzPts val="1100"/>
              <a:buNone/>
            </a:pPr>
            <a:r>
              <a:rPr lang="en" sz="2400"/>
              <a:t>(i ) if a | b and a | c, then a | (b + c);</a:t>
            </a:r>
            <a:endParaRPr sz="2400"/>
          </a:p>
          <a:p>
            <a:pPr indent="0" lvl="0" marL="0" rtl="0" algn="l">
              <a:spcBef>
                <a:spcPts val="0"/>
              </a:spcBef>
              <a:spcAft>
                <a:spcPts val="0"/>
              </a:spcAft>
              <a:buClr>
                <a:schemeClr val="dk1"/>
              </a:buClr>
              <a:buSzPts val="1100"/>
              <a:buNone/>
            </a:pPr>
            <a:r>
              <a:rPr lang="en" sz="2400"/>
              <a:t>(ii ) if a | b, then a | bc for all integers c;</a:t>
            </a:r>
            <a:endParaRPr sz="2400"/>
          </a:p>
          <a:p>
            <a:pPr indent="0" lvl="0" marL="0" rtl="0" algn="l">
              <a:spcBef>
                <a:spcPts val="0"/>
              </a:spcBef>
              <a:spcAft>
                <a:spcPts val="0"/>
              </a:spcAft>
              <a:buClr>
                <a:schemeClr val="dk1"/>
              </a:buClr>
              <a:buSzPts val="1100"/>
              <a:buNone/>
            </a:pPr>
            <a:r>
              <a:rPr lang="en" sz="2400"/>
              <a:t>(iii ) if a | b and b | c, then a | c.</a:t>
            </a:r>
            <a:endParaRPr sz="2400"/>
          </a:p>
          <a:p>
            <a:pPr indent="0" lvl="0" marL="0" rtl="0" algn="l">
              <a:spcBef>
                <a:spcPts val="0"/>
              </a:spcBef>
              <a:spcAft>
                <a:spcPts val="0"/>
              </a:spcAft>
              <a:buClr>
                <a:schemeClr val="dk1"/>
              </a:buClr>
              <a:buSzPts val="1100"/>
              <a:buNone/>
            </a:pPr>
            <a:r>
              <a:t/>
            </a:r>
            <a:endParaRPr sz="2400"/>
          </a:p>
          <a:p>
            <a:pPr indent="0" lvl="0" marL="0" rtl="0" algn="l">
              <a:spcBef>
                <a:spcPts val="0"/>
              </a:spcBef>
              <a:spcAft>
                <a:spcPts val="0"/>
              </a:spcAft>
              <a:buClr>
                <a:schemeClr val="dk1"/>
              </a:buClr>
              <a:buSzPts val="1100"/>
              <a:buNone/>
            </a:pPr>
            <a:r>
              <a:t/>
            </a:r>
            <a:endParaRPr sz="2400"/>
          </a:p>
        </p:txBody>
      </p:sp>
      <p:sp>
        <p:nvSpPr>
          <p:cNvPr id="631" name="Google Shape;631;p62"/>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32" name="Google Shape;632;p62"/>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633" name="Google Shape;633;p62"/>
          <p:cNvSpPr txBox="1"/>
          <p:nvPr/>
        </p:nvSpPr>
        <p:spPr>
          <a:xfrm>
            <a:off x="2998275" y="263450"/>
            <a:ext cx="3914100" cy="6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Work Sans"/>
                <a:ea typeface="Work Sans"/>
                <a:cs typeface="Work Sans"/>
                <a:sym typeface="Work Sans"/>
              </a:rPr>
              <a:t>Theorem</a:t>
            </a:r>
            <a:endParaRPr b="1" sz="3600">
              <a:solidFill>
                <a:schemeClr val="dk1"/>
              </a:solidFill>
              <a:latin typeface="Work Sans"/>
              <a:ea typeface="Work Sans"/>
              <a:cs typeface="Work Sans"/>
              <a:sym typeface="Work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3"/>
          <p:cNvSpPr txBox="1"/>
          <p:nvPr>
            <p:ph type="title"/>
          </p:nvPr>
        </p:nvSpPr>
        <p:spPr>
          <a:xfrm>
            <a:off x="942150" y="138000"/>
            <a:ext cx="7575900" cy="9030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600"/>
              <a:t>1.2 The Division Algorith</a:t>
            </a:r>
            <a:r>
              <a:rPr lang="en" sz="3600"/>
              <a:t>m</a:t>
            </a:r>
            <a:endParaRPr sz="3600"/>
          </a:p>
        </p:txBody>
      </p:sp>
      <p:sp>
        <p:nvSpPr>
          <p:cNvPr id="639" name="Google Shape;639;p6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40" name="Google Shape;640;p6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641" name="Google Shape;641;p63"/>
          <p:cNvSpPr txBox="1"/>
          <p:nvPr/>
        </p:nvSpPr>
        <p:spPr>
          <a:xfrm>
            <a:off x="689975" y="1241975"/>
            <a:ext cx="8317500" cy="28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Work Sans"/>
                <a:ea typeface="Work Sans"/>
                <a:cs typeface="Work Sans"/>
                <a:sym typeface="Work Sans"/>
              </a:rPr>
              <a:t>DEFINITION</a:t>
            </a:r>
            <a:r>
              <a:rPr lang="en" sz="1700">
                <a:solidFill>
                  <a:schemeClr val="dk1"/>
                </a:solidFill>
                <a:latin typeface="Work Sans"/>
                <a:ea typeface="Work Sans"/>
                <a:cs typeface="Work Sans"/>
                <a:sym typeface="Work Sans"/>
              </a:rPr>
              <a:t>:</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sz="1700">
                <a:solidFill>
                  <a:schemeClr val="dk1"/>
                </a:solidFill>
                <a:latin typeface="Work Sans"/>
                <a:ea typeface="Work Sans"/>
                <a:cs typeface="Work Sans"/>
                <a:sym typeface="Work Sans"/>
              </a:rPr>
              <a:t>In the equality:</a:t>
            </a:r>
            <a:r>
              <a:rPr i="1" lang="en" sz="1700">
                <a:solidFill>
                  <a:schemeClr val="dk1"/>
                </a:solidFill>
                <a:latin typeface="Work Sans"/>
                <a:ea typeface="Work Sans"/>
                <a:cs typeface="Work Sans"/>
                <a:sym typeface="Work Sans"/>
              </a:rPr>
              <a:t>a = dq + r</a:t>
            </a:r>
            <a:endParaRPr i="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d is called the divisor, a is called the dividend,</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sz="1700">
                <a:solidFill>
                  <a:schemeClr val="dk1"/>
                </a:solidFill>
                <a:latin typeface="Work Sans"/>
                <a:ea typeface="Work Sans"/>
                <a:cs typeface="Work Sans"/>
                <a:sym typeface="Work Sans"/>
              </a:rPr>
              <a:t>q is called the quotient, and r is called the remainder.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This notation is used to express the quotient and remainder:</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i="1" lang="en" sz="1700">
                <a:solidFill>
                  <a:schemeClr val="dk1"/>
                </a:solidFill>
                <a:latin typeface="Work Sans"/>
                <a:ea typeface="Work Sans"/>
                <a:cs typeface="Work Sans"/>
                <a:sym typeface="Work Sans"/>
              </a:rPr>
              <a:t>q = a div d, r = a mod d.</a:t>
            </a:r>
            <a:endParaRPr i="1"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64"/>
          <p:cNvSpPr txBox="1"/>
          <p:nvPr>
            <p:ph idx="1" type="subTitle"/>
          </p:nvPr>
        </p:nvSpPr>
        <p:spPr>
          <a:xfrm>
            <a:off x="824150" y="1769275"/>
            <a:ext cx="7746600" cy="25584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rPr lang="en" sz="2400"/>
              <a:t>Let a be an integer and d a positive integer. Then there are unique integers </a:t>
            </a:r>
            <a:endParaRPr sz="2400"/>
          </a:p>
          <a:p>
            <a:pPr indent="0" lvl="0" marL="0" rtl="0" algn="l">
              <a:lnSpc>
                <a:spcPct val="115000"/>
              </a:lnSpc>
              <a:spcBef>
                <a:spcPts val="0"/>
              </a:spcBef>
              <a:spcAft>
                <a:spcPts val="0"/>
              </a:spcAft>
              <a:buClr>
                <a:schemeClr val="dk1"/>
              </a:buClr>
              <a:buSzPts val="1100"/>
              <a:buNone/>
            </a:pPr>
            <a:r>
              <a:rPr i="1" lang="en" sz="2400"/>
              <a:t>q and r</a:t>
            </a:r>
            <a:r>
              <a:rPr lang="en" sz="2400"/>
              <a:t>, with </a:t>
            </a:r>
            <a:r>
              <a:rPr i="1" lang="en" sz="2400"/>
              <a:t>0 ≤ r &lt; d</a:t>
            </a:r>
            <a:r>
              <a:rPr lang="en" sz="2400"/>
              <a:t>, such that </a:t>
            </a:r>
            <a:r>
              <a:rPr i="1" lang="en" sz="2400"/>
              <a:t>a = dq + r.</a:t>
            </a:r>
            <a:endParaRPr i="1" sz="2400"/>
          </a:p>
          <a:p>
            <a:pPr indent="0" lvl="0" marL="0" rtl="0" algn="l">
              <a:lnSpc>
                <a:spcPct val="115000"/>
              </a:lnSpc>
              <a:spcBef>
                <a:spcPts val="0"/>
              </a:spcBef>
              <a:spcAft>
                <a:spcPts val="0"/>
              </a:spcAft>
              <a:buClr>
                <a:schemeClr val="dk1"/>
              </a:buClr>
              <a:buSzPts val="1100"/>
              <a:buNone/>
            </a:pPr>
            <a:r>
              <a:t/>
            </a:r>
            <a:endParaRPr sz="2400"/>
          </a:p>
          <a:p>
            <a:pPr indent="0" lvl="0" marL="0" rtl="0" algn="l">
              <a:lnSpc>
                <a:spcPct val="115000"/>
              </a:lnSpc>
              <a:spcBef>
                <a:spcPts val="0"/>
              </a:spcBef>
              <a:spcAft>
                <a:spcPts val="0"/>
              </a:spcAft>
              <a:buClr>
                <a:schemeClr val="dk1"/>
              </a:buClr>
              <a:buSzPts val="1100"/>
              <a:buNone/>
            </a:pPr>
            <a:r>
              <a:t/>
            </a:r>
            <a:endParaRPr sz="2400"/>
          </a:p>
        </p:txBody>
      </p:sp>
      <p:sp>
        <p:nvSpPr>
          <p:cNvPr id="647" name="Google Shape;647;p64"/>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48" name="Google Shape;648;p64"/>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649" name="Google Shape;649;p64"/>
          <p:cNvSpPr txBox="1"/>
          <p:nvPr/>
        </p:nvSpPr>
        <p:spPr>
          <a:xfrm>
            <a:off x="2998275" y="263450"/>
            <a:ext cx="3914100" cy="6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Work Sans"/>
                <a:ea typeface="Work Sans"/>
                <a:cs typeface="Work Sans"/>
                <a:sym typeface="Work Sans"/>
              </a:rPr>
              <a:t>Theorem</a:t>
            </a:r>
            <a:endParaRPr b="1" sz="3600">
              <a:solidFill>
                <a:schemeClr val="dk1"/>
              </a:solidFill>
              <a:latin typeface="Work Sans"/>
              <a:ea typeface="Work Sans"/>
              <a:cs typeface="Work Sans"/>
              <a:sym typeface="Work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5"/>
          <p:cNvSpPr txBox="1"/>
          <p:nvPr>
            <p:ph type="title"/>
          </p:nvPr>
        </p:nvSpPr>
        <p:spPr>
          <a:xfrm>
            <a:off x="1129050" y="82025"/>
            <a:ext cx="7790400" cy="9030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600"/>
              <a:t>1.3 Modular Arithmetic</a:t>
            </a:r>
            <a:endParaRPr sz="3600"/>
          </a:p>
        </p:txBody>
      </p:sp>
      <p:sp>
        <p:nvSpPr>
          <p:cNvPr id="655" name="Google Shape;655;p6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56" name="Google Shape;656;p65"/>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657" name="Google Shape;657;p65"/>
          <p:cNvSpPr txBox="1"/>
          <p:nvPr/>
        </p:nvSpPr>
        <p:spPr>
          <a:xfrm>
            <a:off x="677425" y="978525"/>
            <a:ext cx="8330100" cy="3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700">
                <a:solidFill>
                  <a:schemeClr val="dk1"/>
                </a:solidFill>
                <a:latin typeface="Work Sans"/>
                <a:ea typeface="Work Sans"/>
                <a:cs typeface="Work Sans"/>
                <a:sym typeface="Work Sans"/>
              </a:rPr>
              <a:t>DEFINITION:</a:t>
            </a:r>
            <a:endParaRPr b="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sz="1700">
                <a:solidFill>
                  <a:schemeClr val="dk1"/>
                </a:solidFill>
                <a:latin typeface="Work Sans"/>
                <a:ea typeface="Work Sans"/>
                <a:cs typeface="Work Sans"/>
                <a:sym typeface="Work Sans"/>
              </a:rPr>
              <a:t>If a and b are integers and m is a positive integer, then </a:t>
            </a:r>
            <a:r>
              <a:rPr b="1" lang="en" sz="1700">
                <a:solidFill>
                  <a:schemeClr val="dk1"/>
                </a:solidFill>
                <a:latin typeface="Work Sans"/>
                <a:ea typeface="Work Sans"/>
                <a:cs typeface="Work Sans"/>
                <a:sym typeface="Work Sans"/>
              </a:rPr>
              <a:t>a is congruent to b modulo m</a:t>
            </a:r>
            <a:r>
              <a:rPr lang="en" sz="1700">
                <a:solidFill>
                  <a:schemeClr val="dk1"/>
                </a:solidFill>
                <a:latin typeface="Work Sans"/>
                <a:ea typeface="Work Sans"/>
                <a:cs typeface="Work Sans"/>
                <a:sym typeface="Work Sans"/>
              </a:rPr>
              <a:t> if </a:t>
            </a:r>
            <a:r>
              <a:rPr b="1" lang="en" sz="1700">
                <a:solidFill>
                  <a:schemeClr val="dk1"/>
                </a:solidFill>
                <a:latin typeface="Work Sans"/>
                <a:ea typeface="Work Sans"/>
                <a:cs typeface="Work Sans"/>
                <a:sym typeface="Work Sans"/>
              </a:rPr>
              <a:t>m divides a − b</a:t>
            </a:r>
            <a:r>
              <a:rPr lang="en" sz="1700">
                <a:solidFill>
                  <a:schemeClr val="dk1"/>
                </a:solidFill>
                <a:latin typeface="Work Sans"/>
                <a:ea typeface="Work Sans"/>
                <a:cs typeface="Work Sans"/>
                <a:sym typeface="Work Sans"/>
              </a:rPr>
              <a:t>. We use the notation</a:t>
            </a:r>
            <a:r>
              <a:rPr i="1" lang="en" sz="1700">
                <a:solidFill>
                  <a:schemeClr val="dk1"/>
                </a:solidFill>
                <a:latin typeface="Work Sans"/>
                <a:ea typeface="Work Sans"/>
                <a:cs typeface="Work Sans"/>
                <a:sym typeface="Work Sans"/>
              </a:rPr>
              <a:t> a ≡ b (mod m)</a:t>
            </a:r>
            <a:r>
              <a:rPr lang="en" sz="1700">
                <a:solidFill>
                  <a:schemeClr val="dk1"/>
                </a:solidFill>
                <a:latin typeface="Work Sans"/>
                <a:ea typeface="Work Sans"/>
                <a:cs typeface="Work Sans"/>
                <a:sym typeface="Work Sans"/>
              </a:rPr>
              <a:t> to indicate that a is congruent to b modulo m.We say that</a:t>
            </a:r>
            <a:r>
              <a:rPr i="1" lang="en" sz="1700">
                <a:solidFill>
                  <a:schemeClr val="dk1"/>
                </a:solidFill>
                <a:latin typeface="Work Sans"/>
                <a:ea typeface="Work Sans"/>
                <a:cs typeface="Work Sans"/>
                <a:sym typeface="Work Sans"/>
              </a:rPr>
              <a:t> a ≡ b (mod m)</a:t>
            </a:r>
            <a:r>
              <a:rPr lang="en" sz="1700">
                <a:solidFill>
                  <a:schemeClr val="dk1"/>
                </a:solidFill>
                <a:latin typeface="Work Sans"/>
                <a:ea typeface="Work Sans"/>
                <a:cs typeface="Work Sans"/>
                <a:sym typeface="Work Sans"/>
              </a:rPr>
              <a:t> is a congruence and that m is its modulus (plural moduli).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If a and b are not congruent modulo m, we write </a:t>
            </a:r>
            <a:r>
              <a:rPr i="1" lang="en" sz="1700">
                <a:solidFill>
                  <a:schemeClr val="dk1"/>
                </a:solidFill>
                <a:latin typeface="Work Sans"/>
                <a:ea typeface="Work Sans"/>
                <a:cs typeface="Work Sans"/>
                <a:sym typeface="Work Sans"/>
              </a:rPr>
              <a:t>a ≢ b (mod m).</a:t>
            </a:r>
            <a:endParaRPr i="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Although both notations </a:t>
            </a:r>
            <a:r>
              <a:rPr i="1" lang="en" sz="1700">
                <a:solidFill>
                  <a:schemeClr val="dk1"/>
                </a:solidFill>
                <a:latin typeface="Work Sans"/>
                <a:ea typeface="Work Sans"/>
                <a:cs typeface="Work Sans"/>
                <a:sym typeface="Work Sans"/>
              </a:rPr>
              <a:t>a ≡ b (mod m)</a:t>
            </a:r>
            <a:r>
              <a:rPr lang="en" sz="1700">
                <a:solidFill>
                  <a:schemeClr val="dk1"/>
                </a:solidFill>
                <a:latin typeface="Work Sans"/>
                <a:ea typeface="Work Sans"/>
                <a:cs typeface="Work Sans"/>
                <a:sym typeface="Work Sans"/>
              </a:rPr>
              <a:t> and </a:t>
            </a:r>
            <a:r>
              <a:rPr i="1" lang="en" sz="1700">
                <a:solidFill>
                  <a:schemeClr val="dk1"/>
                </a:solidFill>
                <a:latin typeface="Work Sans"/>
                <a:ea typeface="Work Sans"/>
                <a:cs typeface="Work Sans"/>
                <a:sym typeface="Work Sans"/>
              </a:rPr>
              <a:t>a mod m = b</a:t>
            </a:r>
            <a:r>
              <a:rPr lang="en" sz="1700">
                <a:solidFill>
                  <a:schemeClr val="dk1"/>
                </a:solidFill>
                <a:latin typeface="Work Sans"/>
                <a:ea typeface="Work Sans"/>
                <a:cs typeface="Work Sans"/>
                <a:sym typeface="Work Sans"/>
              </a:rPr>
              <a:t> include “mod,” they </a:t>
            </a:r>
            <a:r>
              <a:rPr lang="en" sz="1700">
                <a:solidFill>
                  <a:schemeClr val="dk1"/>
                </a:solidFill>
                <a:latin typeface="Work Sans"/>
                <a:ea typeface="Work Sans"/>
                <a:cs typeface="Work Sans"/>
                <a:sym typeface="Work Sans"/>
              </a:rPr>
              <a:t>represent fundamentally</a:t>
            </a:r>
            <a:r>
              <a:rPr lang="en" sz="1700">
                <a:solidFill>
                  <a:schemeClr val="dk1"/>
                </a:solidFill>
                <a:latin typeface="Work Sans"/>
                <a:ea typeface="Work Sans"/>
                <a:cs typeface="Work Sans"/>
                <a:sym typeface="Work Sans"/>
              </a:rPr>
              <a:t> different concepts. The first represents a relation on the set of integers, </a:t>
            </a:r>
            <a:r>
              <a:rPr lang="en" sz="1700">
                <a:solidFill>
                  <a:schemeClr val="dk1"/>
                </a:solidFill>
                <a:latin typeface="Work Sans"/>
                <a:ea typeface="Work Sans"/>
                <a:cs typeface="Work Sans"/>
                <a:sym typeface="Work Sans"/>
              </a:rPr>
              <a:t>whereas the</a:t>
            </a:r>
            <a:r>
              <a:rPr lang="en" sz="1700">
                <a:solidFill>
                  <a:schemeClr val="dk1"/>
                </a:solidFill>
                <a:latin typeface="Work Sans"/>
                <a:ea typeface="Work Sans"/>
                <a:cs typeface="Work Sans"/>
                <a:sym typeface="Work Sans"/>
              </a:rPr>
              <a:t> second represents a function. However, the relation </a:t>
            </a:r>
            <a:r>
              <a:rPr i="1" lang="en" sz="1700">
                <a:solidFill>
                  <a:schemeClr val="dk1"/>
                </a:solidFill>
                <a:latin typeface="Work Sans"/>
                <a:ea typeface="Work Sans"/>
                <a:cs typeface="Work Sans"/>
                <a:sym typeface="Work Sans"/>
              </a:rPr>
              <a:t>a ≡ b (mod m)</a:t>
            </a:r>
            <a:r>
              <a:rPr lang="en" sz="1700">
                <a:solidFill>
                  <a:schemeClr val="dk1"/>
                </a:solidFill>
                <a:latin typeface="Work Sans"/>
                <a:ea typeface="Work Sans"/>
                <a:cs typeface="Work Sans"/>
                <a:sym typeface="Work Sans"/>
              </a:rPr>
              <a:t> and the</a:t>
            </a:r>
            <a:r>
              <a:rPr i="1" lang="en" sz="1700">
                <a:solidFill>
                  <a:schemeClr val="dk1"/>
                </a:solidFill>
                <a:latin typeface="Work Sans"/>
                <a:ea typeface="Work Sans"/>
                <a:cs typeface="Work Sans"/>
                <a:sym typeface="Work Sans"/>
              </a:rPr>
              <a:t> mod m function</a:t>
            </a:r>
            <a:endParaRPr i="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are closely related, as described in the theorem below</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sz="1700">
              <a:solidFill>
                <a:schemeClr val="dk1"/>
              </a:solidFill>
              <a:latin typeface="Work Sans"/>
              <a:ea typeface="Work Sans"/>
              <a:cs typeface="Work Sans"/>
              <a:sym typeface="Work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66"/>
          <p:cNvSpPr txBox="1"/>
          <p:nvPr>
            <p:ph idx="1" type="subTitle"/>
          </p:nvPr>
        </p:nvSpPr>
        <p:spPr>
          <a:xfrm>
            <a:off x="824150" y="1769275"/>
            <a:ext cx="7746600" cy="25584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t/>
            </a:r>
            <a:endParaRPr sz="2400"/>
          </a:p>
          <a:p>
            <a:pPr indent="0" lvl="0" marL="0" rtl="0" algn="l">
              <a:lnSpc>
                <a:spcPct val="115000"/>
              </a:lnSpc>
              <a:spcBef>
                <a:spcPts val="0"/>
              </a:spcBef>
              <a:spcAft>
                <a:spcPts val="0"/>
              </a:spcAft>
              <a:buClr>
                <a:schemeClr val="dk1"/>
              </a:buClr>
              <a:buSzPts val="1100"/>
              <a:buNone/>
            </a:pPr>
            <a:r>
              <a:rPr lang="en" sz="2400"/>
              <a:t> Let a and b be integers, and let m be a positive integer. </a:t>
            </a:r>
            <a:endParaRPr sz="2400"/>
          </a:p>
          <a:p>
            <a:pPr indent="0" lvl="0" marL="0" rtl="0" algn="l">
              <a:lnSpc>
                <a:spcPct val="115000"/>
              </a:lnSpc>
              <a:spcBef>
                <a:spcPts val="0"/>
              </a:spcBef>
              <a:spcAft>
                <a:spcPts val="0"/>
              </a:spcAft>
              <a:buClr>
                <a:schemeClr val="dk1"/>
              </a:buClr>
              <a:buSzPts val="1100"/>
              <a:buNone/>
            </a:pPr>
            <a:r>
              <a:rPr lang="en" sz="2400"/>
              <a:t>Then </a:t>
            </a:r>
            <a:r>
              <a:rPr i="1" lang="en" sz="2400"/>
              <a:t>a ≡ b (mod m)</a:t>
            </a:r>
            <a:r>
              <a:rPr lang="en" sz="2400"/>
              <a:t> if and only if </a:t>
            </a:r>
            <a:endParaRPr sz="2400"/>
          </a:p>
          <a:p>
            <a:pPr indent="0" lvl="0" marL="0" rtl="0" algn="l">
              <a:lnSpc>
                <a:spcPct val="115000"/>
              </a:lnSpc>
              <a:spcBef>
                <a:spcPts val="0"/>
              </a:spcBef>
              <a:spcAft>
                <a:spcPts val="0"/>
              </a:spcAft>
              <a:buClr>
                <a:schemeClr val="dk1"/>
              </a:buClr>
              <a:buSzPts val="1100"/>
              <a:buNone/>
            </a:pPr>
            <a:r>
              <a:rPr i="1" lang="en" sz="2400"/>
              <a:t>a mod m = b mod m.</a:t>
            </a:r>
            <a:endParaRPr i="1" sz="2400"/>
          </a:p>
          <a:p>
            <a:pPr indent="0" lvl="0" marL="0" rtl="0" algn="l">
              <a:lnSpc>
                <a:spcPct val="115000"/>
              </a:lnSpc>
              <a:spcBef>
                <a:spcPts val="0"/>
              </a:spcBef>
              <a:spcAft>
                <a:spcPts val="0"/>
              </a:spcAft>
              <a:buClr>
                <a:schemeClr val="dk1"/>
              </a:buClr>
              <a:buSzPts val="1100"/>
              <a:buNone/>
            </a:pPr>
            <a:r>
              <a:t/>
            </a:r>
            <a:endParaRPr sz="2400"/>
          </a:p>
          <a:p>
            <a:pPr indent="0" lvl="0" marL="0" rtl="0" algn="l">
              <a:lnSpc>
                <a:spcPct val="115000"/>
              </a:lnSpc>
              <a:spcBef>
                <a:spcPts val="0"/>
              </a:spcBef>
              <a:spcAft>
                <a:spcPts val="0"/>
              </a:spcAft>
              <a:buClr>
                <a:schemeClr val="dk1"/>
              </a:buClr>
              <a:buSzPts val="1100"/>
              <a:buNone/>
            </a:pPr>
            <a:r>
              <a:t/>
            </a:r>
            <a:endParaRPr sz="2400"/>
          </a:p>
        </p:txBody>
      </p:sp>
      <p:sp>
        <p:nvSpPr>
          <p:cNvPr id="663" name="Google Shape;663;p66"/>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64" name="Google Shape;664;p66"/>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665" name="Google Shape;665;p66"/>
          <p:cNvSpPr txBox="1"/>
          <p:nvPr/>
        </p:nvSpPr>
        <p:spPr>
          <a:xfrm>
            <a:off x="2998275" y="263450"/>
            <a:ext cx="3914100" cy="6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Work Sans"/>
                <a:ea typeface="Work Sans"/>
                <a:cs typeface="Work Sans"/>
                <a:sym typeface="Work Sans"/>
              </a:rPr>
              <a:t>Theorem</a:t>
            </a:r>
            <a:endParaRPr b="1" sz="3600">
              <a:solidFill>
                <a:schemeClr val="dk1"/>
              </a:solidFill>
              <a:latin typeface="Work Sans"/>
              <a:ea typeface="Work Sans"/>
              <a:cs typeface="Work Sans"/>
              <a:sym typeface="Work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7"/>
          <p:cNvSpPr txBox="1"/>
          <p:nvPr>
            <p:ph idx="1" type="subTitle"/>
          </p:nvPr>
        </p:nvSpPr>
        <p:spPr>
          <a:xfrm>
            <a:off x="824150" y="1769275"/>
            <a:ext cx="7746600" cy="25584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rPr lang="en" sz="2400"/>
              <a:t> Let </a:t>
            </a:r>
            <a:r>
              <a:rPr i="1" lang="en" sz="2400"/>
              <a:t>m </a:t>
            </a:r>
            <a:r>
              <a:rPr lang="en" sz="2400"/>
              <a:t>be a positive integer. The integers </a:t>
            </a:r>
            <a:r>
              <a:rPr i="1" lang="en" sz="2400"/>
              <a:t>a and b</a:t>
            </a:r>
            <a:r>
              <a:rPr lang="en" sz="2400"/>
              <a:t> are </a:t>
            </a:r>
            <a:r>
              <a:rPr i="1" lang="en" sz="2400"/>
              <a:t>congruent modulo m</a:t>
            </a:r>
            <a:endParaRPr i="1" sz="2400"/>
          </a:p>
          <a:p>
            <a:pPr indent="0" lvl="0" marL="0" rtl="0" algn="l">
              <a:lnSpc>
                <a:spcPct val="115000"/>
              </a:lnSpc>
              <a:spcBef>
                <a:spcPts val="0"/>
              </a:spcBef>
              <a:spcAft>
                <a:spcPts val="0"/>
              </a:spcAft>
              <a:buClr>
                <a:schemeClr val="dk1"/>
              </a:buClr>
              <a:buSzPts val="1100"/>
              <a:buNone/>
            </a:pPr>
            <a:r>
              <a:rPr lang="en" sz="2400"/>
              <a:t> if and only if there is an integer k such that </a:t>
            </a:r>
            <a:r>
              <a:rPr i="1" lang="en" sz="2400"/>
              <a:t>a = b + km.</a:t>
            </a:r>
            <a:endParaRPr i="1" sz="2400"/>
          </a:p>
          <a:p>
            <a:pPr indent="0" lvl="0" marL="0" rtl="0" algn="l">
              <a:lnSpc>
                <a:spcPct val="115000"/>
              </a:lnSpc>
              <a:spcBef>
                <a:spcPts val="0"/>
              </a:spcBef>
              <a:spcAft>
                <a:spcPts val="0"/>
              </a:spcAft>
              <a:buClr>
                <a:schemeClr val="dk1"/>
              </a:buClr>
              <a:buSzPts val="1100"/>
              <a:buNone/>
            </a:pPr>
            <a:r>
              <a:t/>
            </a:r>
            <a:endParaRPr sz="2400"/>
          </a:p>
          <a:p>
            <a:pPr indent="0" lvl="0" marL="0" rtl="0" algn="l">
              <a:lnSpc>
                <a:spcPct val="115000"/>
              </a:lnSpc>
              <a:spcBef>
                <a:spcPts val="0"/>
              </a:spcBef>
              <a:spcAft>
                <a:spcPts val="0"/>
              </a:spcAft>
              <a:buClr>
                <a:schemeClr val="dk1"/>
              </a:buClr>
              <a:buSzPts val="1100"/>
              <a:buNone/>
            </a:pPr>
            <a:r>
              <a:t/>
            </a:r>
            <a:endParaRPr sz="2400"/>
          </a:p>
        </p:txBody>
      </p:sp>
      <p:sp>
        <p:nvSpPr>
          <p:cNvPr id="671" name="Google Shape;671;p67"/>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72" name="Google Shape;672;p67"/>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673" name="Google Shape;673;p67"/>
          <p:cNvSpPr txBox="1"/>
          <p:nvPr/>
        </p:nvSpPr>
        <p:spPr>
          <a:xfrm>
            <a:off x="2998275" y="263450"/>
            <a:ext cx="3914100" cy="6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Work Sans"/>
                <a:ea typeface="Work Sans"/>
                <a:cs typeface="Work Sans"/>
                <a:sym typeface="Work Sans"/>
              </a:rPr>
              <a:t>Theorem</a:t>
            </a:r>
            <a:endParaRPr b="1" sz="3600">
              <a:solidFill>
                <a:schemeClr val="dk1"/>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68"/>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79" name="Google Shape;679;p68"/>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680" name="Google Shape;680;p68"/>
          <p:cNvSpPr txBox="1"/>
          <p:nvPr/>
        </p:nvSpPr>
        <p:spPr>
          <a:xfrm>
            <a:off x="689975" y="589625"/>
            <a:ext cx="8317500" cy="347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Work Sans"/>
                <a:ea typeface="Work Sans"/>
                <a:cs typeface="Work Sans"/>
                <a:sym typeface="Work Sans"/>
              </a:rPr>
              <a:t>Proof: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b="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If a ≡ b (mod m), by the definition of congruence, we know that</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m | (a − b). This means that there is an integer k such that a − b = km, so that a = b + km.</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Conversely, if there is an integer k such that a = b + km, then km = a − b. Hence, m divides</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a − b, so that a ≡ b (mod m).</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The set of all integers congruent to an integer a modulo m is called the </a:t>
            </a:r>
            <a:r>
              <a:rPr b="1" lang="en" sz="1700">
                <a:solidFill>
                  <a:schemeClr val="dk1"/>
                </a:solidFill>
                <a:latin typeface="Work Sans"/>
                <a:ea typeface="Work Sans"/>
                <a:cs typeface="Work Sans"/>
                <a:sym typeface="Work Sans"/>
              </a:rPr>
              <a:t>congruence class of a modulo m.</a:t>
            </a:r>
            <a:endParaRPr b="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sz="1700">
              <a:solidFill>
                <a:schemeClr val="dk1"/>
              </a:solidFill>
              <a:latin typeface="Work Sans"/>
              <a:ea typeface="Work Sans"/>
              <a:cs typeface="Work Sans"/>
              <a:sym typeface="Work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9"/>
          <p:cNvSpPr txBox="1"/>
          <p:nvPr>
            <p:ph idx="1" type="subTitle"/>
          </p:nvPr>
        </p:nvSpPr>
        <p:spPr>
          <a:xfrm>
            <a:off x="2810100" y="749150"/>
            <a:ext cx="5748000" cy="1822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rPr lang="en" sz="2100"/>
              <a:t>Let m be a positive integer. If a ≡ b (mod m) and c ≡ d (mod m), then</a:t>
            </a:r>
            <a:endParaRPr sz="2100"/>
          </a:p>
          <a:p>
            <a:pPr indent="0" lvl="0" marL="0" rtl="0" algn="l">
              <a:lnSpc>
                <a:spcPct val="115000"/>
              </a:lnSpc>
              <a:spcBef>
                <a:spcPts val="0"/>
              </a:spcBef>
              <a:spcAft>
                <a:spcPts val="0"/>
              </a:spcAft>
              <a:buClr>
                <a:schemeClr val="dk1"/>
              </a:buClr>
              <a:buSzPts val="1100"/>
              <a:buNone/>
            </a:pPr>
            <a:r>
              <a:rPr lang="en" sz="2100"/>
              <a:t>a + c ≡ b + d (mod m) and ac ≡ bd (mod m).</a:t>
            </a:r>
            <a:endParaRPr sz="2100"/>
          </a:p>
        </p:txBody>
      </p:sp>
      <p:sp>
        <p:nvSpPr>
          <p:cNvPr id="686" name="Google Shape;686;p69"/>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87" name="Google Shape;687;p69"/>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688" name="Google Shape;688;p69"/>
          <p:cNvSpPr txBox="1"/>
          <p:nvPr/>
        </p:nvSpPr>
        <p:spPr>
          <a:xfrm>
            <a:off x="2985725" y="84350"/>
            <a:ext cx="3914100" cy="6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Work Sans"/>
                <a:ea typeface="Work Sans"/>
                <a:cs typeface="Work Sans"/>
                <a:sym typeface="Work Sans"/>
              </a:rPr>
              <a:t>Theorem</a:t>
            </a:r>
            <a:endParaRPr b="1" sz="3600">
              <a:solidFill>
                <a:schemeClr val="dk1"/>
              </a:solidFill>
              <a:latin typeface="Work Sans"/>
              <a:ea typeface="Work Sans"/>
              <a:cs typeface="Work Sans"/>
              <a:sym typeface="Work Sans"/>
            </a:endParaRPr>
          </a:p>
        </p:txBody>
      </p:sp>
      <p:sp>
        <p:nvSpPr>
          <p:cNvPr id="689" name="Google Shape;689;p69"/>
          <p:cNvSpPr txBox="1"/>
          <p:nvPr/>
        </p:nvSpPr>
        <p:spPr>
          <a:xfrm>
            <a:off x="726700" y="2571750"/>
            <a:ext cx="7815900" cy="228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Work Sans"/>
                <a:ea typeface="Work Sans"/>
                <a:cs typeface="Work Sans"/>
                <a:sym typeface="Work Sans"/>
              </a:rPr>
              <a:t>Proof:</a:t>
            </a:r>
            <a:r>
              <a:rPr lang="en" sz="1600">
                <a:solidFill>
                  <a:schemeClr val="dk1"/>
                </a:solidFill>
                <a:latin typeface="Work Sans"/>
                <a:ea typeface="Work Sans"/>
                <a:cs typeface="Work Sans"/>
                <a:sym typeface="Work Sans"/>
              </a:rPr>
              <a:t>We use direct proof. Because a ≡ b (mod m) and c ≡ d (mod m), by Theorem in slide 14 there</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are integers s and t with b = a + sm and d = c + tm. Hence,</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i="1" lang="en" sz="1600">
                <a:solidFill>
                  <a:schemeClr val="dk1"/>
                </a:solidFill>
                <a:latin typeface="Work Sans"/>
                <a:ea typeface="Work Sans"/>
                <a:cs typeface="Work Sans"/>
                <a:sym typeface="Work Sans"/>
              </a:rPr>
              <a:t>b + d = (a + sm) + (c + tm) = (a + c) + m(s + t)</a:t>
            </a:r>
            <a:endParaRPr i="1"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and</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i="1" lang="en" sz="1600">
                <a:solidFill>
                  <a:schemeClr val="dk1"/>
                </a:solidFill>
                <a:latin typeface="Work Sans"/>
                <a:ea typeface="Work Sans"/>
                <a:cs typeface="Work Sans"/>
                <a:sym typeface="Work Sans"/>
              </a:rPr>
              <a:t>bd = (a + sm)(c + tm) = ac + m(at + cs + stm).</a:t>
            </a:r>
            <a:endParaRPr i="1"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Hence,</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i="1" lang="en" sz="1600">
                <a:solidFill>
                  <a:schemeClr val="dk1"/>
                </a:solidFill>
                <a:latin typeface="Work Sans"/>
                <a:ea typeface="Work Sans"/>
                <a:cs typeface="Work Sans"/>
                <a:sym typeface="Work Sans"/>
              </a:rPr>
              <a:t>a + c ≡ b + d (mod m) and ac ≡ bd (mod m).</a:t>
            </a:r>
            <a:endParaRPr i="1"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600">
              <a:solidFill>
                <a:schemeClr val="dk1"/>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70"/>
          <p:cNvSpPr txBox="1"/>
          <p:nvPr>
            <p:ph type="title"/>
          </p:nvPr>
        </p:nvSpPr>
        <p:spPr>
          <a:xfrm>
            <a:off x="740150" y="82025"/>
            <a:ext cx="7467000" cy="9030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600"/>
              <a:t>1.5 Arithmetic Modulo M</a:t>
            </a:r>
            <a:endParaRPr sz="3600"/>
          </a:p>
        </p:txBody>
      </p:sp>
      <p:sp>
        <p:nvSpPr>
          <p:cNvPr id="695" name="Google Shape;695;p70"/>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696" name="Google Shape;696;p70"/>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697" name="Google Shape;697;p70"/>
          <p:cNvSpPr txBox="1"/>
          <p:nvPr/>
        </p:nvSpPr>
        <p:spPr>
          <a:xfrm>
            <a:off x="677425" y="978525"/>
            <a:ext cx="8330100" cy="391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We can define arithmetic operations on Zm, the set of nonnegative integers less than m, that is, the set {0, 1, . . . , m − 1}. In particular, we define addition of these integers, denoted by +m by</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b="1" lang="en" sz="1700">
                <a:solidFill>
                  <a:schemeClr val="dk1"/>
                </a:solidFill>
                <a:latin typeface="Work Sans"/>
                <a:ea typeface="Work Sans"/>
                <a:cs typeface="Work Sans"/>
                <a:sym typeface="Work Sans"/>
              </a:rPr>
              <a:t>a +m b = (a + b) mod m,</a:t>
            </a:r>
            <a:endParaRPr b="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where the addition on the right-hand side of this equation is the ordinary addition of integers, and we define multiplication of these integers, denoted by ·m by</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b="1" lang="en" sz="1700">
                <a:solidFill>
                  <a:schemeClr val="dk1"/>
                </a:solidFill>
                <a:latin typeface="Work Sans"/>
                <a:ea typeface="Work Sans"/>
                <a:cs typeface="Work Sans"/>
                <a:sym typeface="Work Sans"/>
              </a:rPr>
              <a:t>a ·m b = (a · b) mod m,</a:t>
            </a:r>
            <a:endParaRPr b="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where the multiplication on the right-hand side of this equation is the ordinary multiplication of integers. The operations +m and ·m are called </a:t>
            </a:r>
            <a:r>
              <a:rPr b="1" lang="en" sz="1700">
                <a:solidFill>
                  <a:schemeClr val="dk1"/>
                </a:solidFill>
                <a:latin typeface="Work Sans"/>
                <a:ea typeface="Work Sans"/>
                <a:cs typeface="Work Sans"/>
                <a:sym typeface="Work Sans"/>
              </a:rPr>
              <a:t>addition </a:t>
            </a:r>
            <a:r>
              <a:rPr lang="en" sz="1700">
                <a:solidFill>
                  <a:schemeClr val="dk1"/>
                </a:solidFill>
                <a:latin typeface="Work Sans"/>
                <a:ea typeface="Work Sans"/>
                <a:cs typeface="Work Sans"/>
                <a:sym typeface="Work Sans"/>
              </a:rPr>
              <a:t>and </a:t>
            </a:r>
            <a:r>
              <a:rPr b="1" lang="en" sz="1700">
                <a:solidFill>
                  <a:schemeClr val="dk1"/>
                </a:solidFill>
                <a:latin typeface="Work Sans"/>
                <a:ea typeface="Work Sans"/>
                <a:cs typeface="Work Sans"/>
                <a:sym typeface="Work Sans"/>
              </a:rPr>
              <a:t>multiplication modulo m</a:t>
            </a:r>
            <a:r>
              <a:rPr lang="en" sz="1700">
                <a:solidFill>
                  <a:schemeClr val="dk1"/>
                </a:solidFill>
                <a:latin typeface="Work Sans"/>
                <a:ea typeface="Work Sans"/>
                <a:cs typeface="Work Sans"/>
                <a:sym typeface="Work Sans"/>
              </a:rPr>
              <a:t> and when</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we use these operations, we are said to be doing arithmetic modulo m.</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sz="1700">
              <a:solidFill>
                <a:schemeClr val="dk1"/>
              </a:solidFill>
              <a:latin typeface="Work Sans"/>
              <a:ea typeface="Work Sans"/>
              <a:cs typeface="Work Sans"/>
              <a:sym typeface="Work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71"/>
          <p:cNvSpPr txBox="1"/>
          <p:nvPr>
            <p:ph type="title"/>
          </p:nvPr>
        </p:nvSpPr>
        <p:spPr>
          <a:xfrm>
            <a:off x="564525" y="82025"/>
            <a:ext cx="3368100" cy="6081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800"/>
              <a:t>Example</a:t>
            </a:r>
            <a:endParaRPr sz="2800"/>
          </a:p>
        </p:txBody>
      </p:sp>
      <p:sp>
        <p:nvSpPr>
          <p:cNvPr id="703" name="Google Shape;703;p71"/>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04" name="Google Shape;704;p71"/>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05" name="Google Shape;705;p71"/>
          <p:cNvSpPr txBox="1"/>
          <p:nvPr/>
        </p:nvSpPr>
        <p:spPr>
          <a:xfrm>
            <a:off x="564525" y="1016300"/>
            <a:ext cx="8442900" cy="285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Use the definition of addition and multiplication in Zm to find 7 +11 9 and 7 ·11 9.</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rPr lang="en" sz="1600">
                <a:solidFill>
                  <a:schemeClr val="dk1"/>
                </a:solidFill>
                <a:latin typeface="Work Sans"/>
                <a:ea typeface="Work Sans"/>
                <a:cs typeface="Work Sans"/>
                <a:sym typeface="Work Sans"/>
              </a:rPr>
              <a:t>Solution: Using the definition of addition modulo 11, we find that:</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rPr lang="en" sz="1600">
                <a:solidFill>
                  <a:schemeClr val="dk1"/>
                </a:solidFill>
                <a:latin typeface="Work Sans"/>
                <a:ea typeface="Work Sans"/>
                <a:cs typeface="Work Sans"/>
                <a:sym typeface="Work Sans"/>
              </a:rPr>
              <a:t>7 +11 9 = (7 + 9) mod 11 = 16 mod 11 = 5,</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rPr lang="en" sz="1600">
                <a:solidFill>
                  <a:schemeClr val="dk1"/>
                </a:solidFill>
                <a:latin typeface="Work Sans"/>
                <a:ea typeface="Work Sans"/>
                <a:cs typeface="Work Sans"/>
                <a:sym typeface="Work Sans"/>
              </a:rPr>
              <a:t>And</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rPr lang="en" sz="1600">
                <a:solidFill>
                  <a:schemeClr val="dk1"/>
                </a:solidFill>
                <a:latin typeface="Work Sans"/>
                <a:ea typeface="Work Sans"/>
                <a:cs typeface="Work Sans"/>
                <a:sym typeface="Work Sans"/>
              </a:rPr>
              <a:t>7 ·11 9 = (7 · 9) mod 11 = 63 mod 11 = 8.</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600">
                <a:solidFill>
                  <a:schemeClr val="dk1"/>
                </a:solidFill>
                <a:latin typeface="Work Sans"/>
                <a:ea typeface="Work Sans"/>
                <a:cs typeface="Work Sans"/>
                <a:sym typeface="Work Sans"/>
              </a:rPr>
              <a:t>Hence 7 +11 9 = 5 and 7 ·11 9 = 8.</a:t>
            </a:r>
            <a:endParaRPr sz="16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6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600">
              <a:solidFill>
                <a:schemeClr val="dk1"/>
              </a:solidFill>
              <a:latin typeface="Work Sans"/>
              <a:ea typeface="Work Sans"/>
              <a:cs typeface="Work Sans"/>
              <a:sym typeface="Work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72"/>
          <p:cNvSpPr txBox="1"/>
          <p:nvPr>
            <p:ph type="title"/>
          </p:nvPr>
        </p:nvSpPr>
        <p:spPr>
          <a:xfrm>
            <a:off x="328350" y="340600"/>
            <a:ext cx="8487300" cy="1415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n" sz="4200">
                <a:solidFill>
                  <a:schemeClr val="lt1"/>
                </a:solidFill>
              </a:rPr>
              <a:t>2. Representations of Integers</a:t>
            </a:r>
            <a:endParaRPr b="1" sz="4200">
              <a:solidFill>
                <a:schemeClr val="lt1"/>
              </a:solidFill>
            </a:endParaRPr>
          </a:p>
        </p:txBody>
      </p:sp>
      <p:sp>
        <p:nvSpPr>
          <p:cNvPr id="711" name="Google Shape;711;p72"/>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12" name="Google Shape;712;p72"/>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13" name="Google Shape;713;p72"/>
          <p:cNvSpPr/>
          <p:nvPr/>
        </p:nvSpPr>
        <p:spPr>
          <a:xfrm>
            <a:off x="1129050" y="1543050"/>
            <a:ext cx="7025400" cy="2646900"/>
          </a:xfrm>
          <a:prstGeom prst="horizontalScroll">
            <a:avLst>
              <a:gd fmla="val 12500" name="adj"/>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Work Sans"/>
                <a:ea typeface="Work Sans"/>
                <a:cs typeface="Work Sans"/>
                <a:sym typeface="Work Sans"/>
              </a:rPr>
              <a:t>Integers can be expressed using any integer greater than one as a base.Although we commonly use </a:t>
            </a:r>
            <a:r>
              <a:rPr b="1" lang="en" sz="1600">
                <a:latin typeface="Work Sans"/>
                <a:ea typeface="Work Sans"/>
                <a:cs typeface="Work Sans"/>
                <a:sym typeface="Work Sans"/>
              </a:rPr>
              <a:t>decimal (base 10)</a:t>
            </a:r>
            <a:r>
              <a:rPr lang="en" sz="1600">
                <a:latin typeface="Work Sans"/>
                <a:ea typeface="Work Sans"/>
                <a:cs typeface="Work Sans"/>
                <a:sym typeface="Work Sans"/>
              </a:rPr>
              <a:t>, representations, </a:t>
            </a:r>
            <a:r>
              <a:rPr b="1" lang="en" sz="1600">
                <a:latin typeface="Work Sans"/>
                <a:ea typeface="Work Sans"/>
                <a:cs typeface="Work Sans"/>
                <a:sym typeface="Work Sans"/>
              </a:rPr>
              <a:t>binary (base 2), octal (base 8)</a:t>
            </a:r>
            <a:r>
              <a:rPr lang="en" sz="1600">
                <a:latin typeface="Work Sans"/>
                <a:ea typeface="Work Sans"/>
                <a:cs typeface="Work Sans"/>
                <a:sym typeface="Work Sans"/>
              </a:rPr>
              <a:t>, and </a:t>
            </a:r>
            <a:r>
              <a:rPr b="1" lang="en" sz="1600">
                <a:latin typeface="Work Sans"/>
                <a:ea typeface="Work Sans"/>
                <a:cs typeface="Work Sans"/>
                <a:sym typeface="Work Sans"/>
              </a:rPr>
              <a:t>hexadecimal (base 16) </a:t>
            </a:r>
            <a:r>
              <a:rPr lang="en" sz="1600">
                <a:latin typeface="Work Sans"/>
                <a:ea typeface="Work Sans"/>
                <a:cs typeface="Work Sans"/>
                <a:sym typeface="Work Sans"/>
              </a:rPr>
              <a:t>representations are often used, especially in computer science. </a:t>
            </a:r>
            <a:endParaRPr sz="1600">
              <a:latin typeface="Work Sans"/>
              <a:ea typeface="Work Sans"/>
              <a:cs typeface="Work Sans"/>
              <a:sym typeface="Work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73"/>
          <p:cNvSpPr txBox="1"/>
          <p:nvPr>
            <p:ph idx="1" type="subTitle"/>
          </p:nvPr>
        </p:nvSpPr>
        <p:spPr>
          <a:xfrm>
            <a:off x="824150" y="1769275"/>
            <a:ext cx="7746600" cy="33090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Clr>
                <a:schemeClr val="dk1"/>
              </a:buClr>
              <a:buSzPts val="1100"/>
              <a:buNone/>
            </a:pPr>
            <a:r>
              <a:rPr lang="en" sz="1800"/>
              <a:t>Let b be an integer greater than 1. Then if n is a positive integer, it can be expressed uniquely</a:t>
            </a:r>
            <a:endParaRPr sz="1800"/>
          </a:p>
          <a:p>
            <a:pPr indent="0" lvl="0" marL="0" rtl="0" algn="l">
              <a:lnSpc>
                <a:spcPct val="150000"/>
              </a:lnSpc>
              <a:spcBef>
                <a:spcPts val="0"/>
              </a:spcBef>
              <a:spcAft>
                <a:spcPts val="0"/>
              </a:spcAft>
              <a:buClr>
                <a:schemeClr val="dk1"/>
              </a:buClr>
              <a:buSzPts val="1100"/>
              <a:buNone/>
            </a:pPr>
            <a:r>
              <a:rPr lang="en" sz="1800"/>
              <a:t>in the form</a:t>
            </a:r>
            <a:endParaRPr sz="1800"/>
          </a:p>
          <a:p>
            <a:pPr indent="0" lvl="0" marL="0" rtl="0" algn="l">
              <a:lnSpc>
                <a:spcPct val="150000"/>
              </a:lnSpc>
              <a:spcBef>
                <a:spcPts val="0"/>
              </a:spcBef>
              <a:spcAft>
                <a:spcPts val="0"/>
              </a:spcAft>
              <a:buClr>
                <a:schemeClr val="dk1"/>
              </a:buClr>
              <a:buSzPts val="1100"/>
              <a:buNone/>
            </a:pPr>
            <a:r>
              <a:rPr lang="en" sz="1800"/>
              <a:t>n = a</a:t>
            </a:r>
            <a:r>
              <a:rPr baseline="-25000" lang="en" sz="1800"/>
              <a:t>k</a:t>
            </a:r>
            <a:r>
              <a:rPr lang="en" sz="1800"/>
              <a:t>b</a:t>
            </a:r>
            <a:r>
              <a:rPr baseline="-25000" lang="en" sz="1800"/>
              <a:t>k</a:t>
            </a:r>
            <a:r>
              <a:rPr lang="en" sz="1800"/>
              <a:t> + a</a:t>
            </a:r>
            <a:r>
              <a:rPr baseline="-25000" lang="en" sz="1800"/>
              <a:t>k-1</a:t>
            </a:r>
            <a:r>
              <a:rPr lang="en" sz="1800"/>
              <a:t>b</a:t>
            </a:r>
            <a:r>
              <a:rPr baseline="-25000" lang="en" sz="1800"/>
              <a:t>k-1</a:t>
            </a:r>
            <a:r>
              <a:rPr lang="en" sz="1800"/>
              <a:t> +· · ·+a</a:t>
            </a:r>
            <a:r>
              <a:rPr baseline="-25000" lang="en" sz="1800"/>
              <a:t>1</a:t>
            </a:r>
            <a:r>
              <a:rPr lang="en" sz="1800"/>
              <a:t>b + a</a:t>
            </a:r>
            <a:r>
              <a:rPr baseline="-25000" lang="en" sz="1800"/>
              <a:t>0</a:t>
            </a:r>
            <a:r>
              <a:rPr lang="en" sz="1800"/>
              <a:t>,</a:t>
            </a:r>
            <a:endParaRPr sz="1800"/>
          </a:p>
          <a:p>
            <a:pPr indent="0" lvl="0" marL="0" rtl="0" algn="l">
              <a:lnSpc>
                <a:spcPct val="150000"/>
              </a:lnSpc>
              <a:spcBef>
                <a:spcPts val="0"/>
              </a:spcBef>
              <a:spcAft>
                <a:spcPts val="0"/>
              </a:spcAft>
              <a:buClr>
                <a:schemeClr val="dk1"/>
              </a:buClr>
              <a:buSzPts val="1100"/>
              <a:buNone/>
            </a:pPr>
            <a:r>
              <a:rPr lang="en" sz="1800"/>
              <a:t>where k is a nonnegative integer, a</a:t>
            </a:r>
            <a:r>
              <a:rPr baseline="-25000" lang="en" sz="1800"/>
              <a:t>0</a:t>
            </a:r>
            <a:r>
              <a:rPr lang="en" sz="1800"/>
              <a:t>, a</a:t>
            </a:r>
            <a:r>
              <a:rPr baseline="-25000" lang="en" sz="1800"/>
              <a:t>1</a:t>
            </a:r>
            <a:r>
              <a:rPr lang="en" sz="1800"/>
              <a:t>, . . . , a</a:t>
            </a:r>
            <a:r>
              <a:rPr baseline="-25000" lang="en" sz="1800"/>
              <a:t>k </a:t>
            </a:r>
            <a:r>
              <a:rPr lang="en" sz="1800"/>
              <a:t>are nonnegative integers less than b, and</a:t>
            </a:r>
            <a:endParaRPr sz="1800"/>
          </a:p>
          <a:p>
            <a:pPr indent="0" lvl="0" marL="0" rtl="0" algn="l">
              <a:lnSpc>
                <a:spcPct val="150000"/>
              </a:lnSpc>
              <a:spcBef>
                <a:spcPts val="0"/>
              </a:spcBef>
              <a:spcAft>
                <a:spcPts val="0"/>
              </a:spcAft>
              <a:buClr>
                <a:schemeClr val="dk1"/>
              </a:buClr>
              <a:buSzPts val="1100"/>
              <a:buNone/>
            </a:pPr>
            <a:r>
              <a:rPr lang="en" sz="1800"/>
              <a:t>a</a:t>
            </a:r>
            <a:r>
              <a:rPr baseline="-25000" lang="en" sz="1800"/>
              <a:t>k</a:t>
            </a:r>
            <a:r>
              <a:rPr lang="en" sz="1800"/>
              <a:t> = 0.</a:t>
            </a:r>
            <a:endParaRPr sz="1800"/>
          </a:p>
        </p:txBody>
      </p:sp>
      <p:sp>
        <p:nvSpPr>
          <p:cNvPr id="719" name="Google Shape;719;p73"/>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20" name="Google Shape;720;p73"/>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721" name="Google Shape;721;p73"/>
          <p:cNvSpPr txBox="1"/>
          <p:nvPr/>
        </p:nvSpPr>
        <p:spPr>
          <a:xfrm>
            <a:off x="2998275" y="263450"/>
            <a:ext cx="3914100" cy="6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Work Sans"/>
                <a:ea typeface="Work Sans"/>
                <a:cs typeface="Work Sans"/>
                <a:sym typeface="Work Sans"/>
              </a:rPr>
              <a:t>Theorem</a:t>
            </a:r>
            <a:endParaRPr b="1" sz="3600">
              <a:solidFill>
                <a:schemeClr val="dk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74"/>
          <p:cNvSpPr txBox="1"/>
          <p:nvPr>
            <p:ph type="title"/>
          </p:nvPr>
        </p:nvSpPr>
        <p:spPr>
          <a:xfrm>
            <a:off x="2491100" y="139875"/>
            <a:ext cx="5299500" cy="7758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t>2.1.1 BINARY EXPANSIONS</a:t>
            </a:r>
            <a:endParaRPr sz="2400"/>
          </a:p>
        </p:txBody>
      </p:sp>
      <p:sp>
        <p:nvSpPr>
          <p:cNvPr id="727" name="Google Shape;727;p74"/>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28" name="Google Shape;728;p74"/>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29" name="Google Shape;729;p74"/>
          <p:cNvSpPr txBox="1"/>
          <p:nvPr/>
        </p:nvSpPr>
        <p:spPr>
          <a:xfrm>
            <a:off x="689975" y="1053800"/>
            <a:ext cx="8317500" cy="16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Choosing </a:t>
            </a:r>
            <a:r>
              <a:rPr b="1" lang="en" sz="1700">
                <a:solidFill>
                  <a:schemeClr val="dk1"/>
                </a:solidFill>
                <a:latin typeface="Work Sans"/>
                <a:ea typeface="Work Sans"/>
                <a:cs typeface="Work Sans"/>
                <a:sym typeface="Work Sans"/>
              </a:rPr>
              <a:t>2 </a:t>
            </a:r>
            <a:r>
              <a:rPr lang="en" sz="1700">
                <a:solidFill>
                  <a:schemeClr val="dk1"/>
                </a:solidFill>
                <a:latin typeface="Work Sans"/>
                <a:ea typeface="Work Sans"/>
                <a:cs typeface="Work Sans"/>
                <a:sym typeface="Work Sans"/>
              </a:rPr>
              <a:t>as the base gives binary expansions of integers. In</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binary notation each digit is </a:t>
            </a:r>
            <a:r>
              <a:rPr b="1" lang="en" sz="1700">
                <a:solidFill>
                  <a:schemeClr val="dk1"/>
                </a:solidFill>
                <a:latin typeface="Work Sans"/>
                <a:ea typeface="Work Sans"/>
                <a:cs typeface="Work Sans"/>
                <a:sym typeface="Work Sans"/>
              </a:rPr>
              <a:t>either a 0 or a 1</a:t>
            </a:r>
            <a:r>
              <a:rPr lang="en" sz="1700">
                <a:solidFill>
                  <a:schemeClr val="dk1"/>
                </a:solidFill>
                <a:latin typeface="Work Sans"/>
                <a:ea typeface="Work Sans"/>
                <a:cs typeface="Work Sans"/>
                <a:sym typeface="Work Sans"/>
              </a:rPr>
              <a:t>. In other words, the binary expansion of an integer is just a bit string. Binary expansions (and related expansions that are variants of binary expansions) are used by computers to represent and do arithmetic with integers.</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p:txBody>
      </p:sp>
      <p:sp>
        <p:nvSpPr>
          <p:cNvPr id="730" name="Google Shape;730;p74"/>
          <p:cNvSpPr txBox="1"/>
          <p:nvPr>
            <p:ph type="title"/>
          </p:nvPr>
        </p:nvSpPr>
        <p:spPr>
          <a:xfrm>
            <a:off x="602175" y="2670200"/>
            <a:ext cx="8541900" cy="7758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t>2.1.</a:t>
            </a:r>
            <a:r>
              <a:rPr lang="en" sz="2400"/>
              <a:t>2 OCTAL</a:t>
            </a:r>
            <a:r>
              <a:rPr lang="en" sz="2400"/>
              <a:t> AND HEXADECIMAL EXPANSIONS</a:t>
            </a:r>
            <a:endParaRPr sz="2400"/>
          </a:p>
        </p:txBody>
      </p:sp>
      <p:sp>
        <p:nvSpPr>
          <p:cNvPr id="731" name="Google Shape;731;p74"/>
          <p:cNvSpPr txBox="1"/>
          <p:nvPr/>
        </p:nvSpPr>
        <p:spPr>
          <a:xfrm>
            <a:off x="789725" y="3549400"/>
            <a:ext cx="8317500" cy="123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Work Sans"/>
                <a:ea typeface="Work Sans"/>
                <a:cs typeface="Work Sans"/>
                <a:sym typeface="Work Sans"/>
              </a:rPr>
              <a:t>Among the most important bases are base 2, base 8, and base 16. </a:t>
            </a:r>
            <a:r>
              <a:rPr b="1" lang="en" sz="1700">
                <a:solidFill>
                  <a:schemeClr val="dk1"/>
                </a:solidFill>
                <a:latin typeface="Work Sans"/>
                <a:ea typeface="Work Sans"/>
                <a:cs typeface="Work Sans"/>
                <a:sym typeface="Work Sans"/>
              </a:rPr>
              <a:t>Base 8</a:t>
            </a:r>
            <a:r>
              <a:rPr lang="en" sz="1700">
                <a:solidFill>
                  <a:schemeClr val="dk1"/>
                </a:solidFill>
                <a:latin typeface="Work Sans"/>
                <a:ea typeface="Work Sans"/>
                <a:cs typeface="Work Sans"/>
                <a:sym typeface="Work Sans"/>
              </a:rPr>
              <a:t> expansions are called o</a:t>
            </a:r>
            <a:r>
              <a:rPr b="1" lang="en" sz="1700">
                <a:solidFill>
                  <a:schemeClr val="dk1"/>
                </a:solidFill>
                <a:latin typeface="Work Sans"/>
                <a:ea typeface="Work Sans"/>
                <a:cs typeface="Work Sans"/>
                <a:sym typeface="Work Sans"/>
              </a:rPr>
              <a:t>ctal expansions</a:t>
            </a:r>
            <a:r>
              <a:rPr lang="en" sz="1700">
                <a:solidFill>
                  <a:schemeClr val="dk1"/>
                </a:solidFill>
                <a:latin typeface="Work Sans"/>
                <a:ea typeface="Work Sans"/>
                <a:cs typeface="Work Sans"/>
                <a:sym typeface="Work Sans"/>
              </a:rPr>
              <a:t> and </a:t>
            </a:r>
            <a:r>
              <a:rPr b="1" lang="en" sz="1700">
                <a:solidFill>
                  <a:schemeClr val="dk1"/>
                </a:solidFill>
                <a:latin typeface="Work Sans"/>
                <a:ea typeface="Work Sans"/>
                <a:cs typeface="Work Sans"/>
                <a:sym typeface="Work Sans"/>
              </a:rPr>
              <a:t>base 16 expansions</a:t>
            </a:r>
            <a:r>
              <a:rPr lang="en" sz="1700">
                <a:solidFill>
                  <a:schemeClr val="dk1"/>
                </a:solidFill>
                <a:latin typeface="Work Sans"/>
                <a:ea typeface="Work Sans"/>
                <a:cs typeface="Work Sans"/>
                <a:sym typeface="Work Sans"/>
              </a:rPr>
              <a:t> are </a:t>
            </a:r>
            <a:r>
              <a:rPr b="1" lang="en" sz="1700">
                <a:solidFill>
                  <a:schemeClr val="dk1"/>
                </a:solidFill>
                <a:latin typeface="Work Sans"/>
                <a:ea typeface="Work Sans"/>
                <a:cs typeface="Work Sans"/>
                <a:sym typeface="Work Sans"/>
              </a:rPr>
              <a:t>hexadecimal expansions.</a:t>
            </a:r>
            <a:endParaRPr b="1" sz="1700">
              <a:solidFill>
                <a:schemeClr val="dk1"/>
              </a:solidFill>
              <a:latin typeface="Work Sans"/>
              <a:ea typeface="Work Sans"/>
              <a:cs typeface="Work Sans"/>
              <a:sym typeface="Work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75"/>
          <p:cNvSpPr txBox="1"/>
          <p:nvPr>
            <p:ph type="title"/>
          </p:nvPr>
        </p:nvSpPr>
        <p:spPr>
          <a:xfrm>
            <a:off x="2737325" y="0"/>
            <a:ext cx="4422300" cy="7758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t>2.2 BASE CONVERSION</a:t>
            </a:r>
            <a:endParaRPr sz="2400"/>
          </a:p>
        </p:txBody>
      </p:sp>
      <p:sp>
        <p:nvSpPr>
          <p:cNvPr id="737" name="Google Shape;737;p7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38" name="Google Shape;738;p75"/>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39" name="Google Shape;739;p75"/>
          <p:cNvSpPr txBox="1"/>
          <p:nvPr/>
        </p:nvSpPr>
        <p:spPr>
          <a:xfrm>
            <a:off x="589600" y="651875"/>
            <a:ext cx="1304700" cy="4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chemeClr val="dk1"/>
                </a:solidFill>
                <a:latin typeface="Work Sans"/>
                <a:ea typeface="Work Sans"/>
                <a:cs typeface="Work Sans"/>
                <a:sym typeface="Work Sans"/>
              </a:rPr>
              <a:t>EXAMPLE:</a:t>
            </a:r>
            <a:endParaRPr b="1"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p:txBody>
      </p:sp>
      <p:sp>
        <p:nvSpPr>
          <p:cNvPr id="740" name="Google Shape;740;p75"/>
          <p:cNvSpPr txBox="1"/>
          <p:nvPr/>
        </p:nvSpPr>
        <p:spPr>
          <a:xfrm>
            <a:off x="589600" y="1128575"/>
            <a:ext cx="8317500" cy="385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Work Sans"/>
                <a:ea typeface="Work Sans"/>
                <a:cs typeface="Work Sans"/>
                <a:sym typeface="Work Sans"/>
              </a:rPr>
              <a:t>Find the octal expansion of (12345)</a:t>
            </a:r>
            <a:r>
              <a:rPr b="1" baseline="-25000" lang="en">
                <a:solidFill>
                  <a:schemeClr val="dk1"/>
                </a:solidFill>
                <a:latin typeface="Work Sans"/>
                <a:ea typeface="Work Sans"/>
                <a:cs typeface="Work Sans"/>
                <a:sym typeface="Work Sans"/>
              </a:rPr>
              <a:t>10</a:t>
            </a:r>
            <a:r>
              <a:rPr b="1" lang="en">
                <a:solidFill>
                  <a:schemeClr val="dk1"/>
                </a:solidFill>
                <a:latin typeface="Work Sans"/>
                <a:ea typeface="Work Sans"/>
                <a:cs typeface="Work Sans"/>
                <a:sym typeface="Work Sans"/>
              </a:rPr>
              <a:t>.</a:t>
            </a:r>
            <a:endParaRPr b="1">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Solution: First, divide 12345 by 8 to obtain</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12345 = 8 · 1543 + 1.</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Successively dividing quotients by 8 gives</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1543 = 8 · 192 + 7,</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192 = 8 · 24 + 0,</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24 = 8 · 3 + 0,</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3 = 8 · 0 + 3.</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The successive remainders that we have found, 1, 7, 0, 0, and 3, are the digits from the right to the left of 12345 in base 8. Hence,</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Work Sans"/>
                <a:ea typeface="Work Sans"/>
                <a:cs typeface="Work Sans"/>
                <a:sym typeface="Work Sans"/>
              </a:rPr>
              <a:t>(12345)</a:t>
            </a:r>
            <a:r>
              <a:rPr b="1" baseline="-25000" lang="en">
                <a:solidFill>
                  <a:schemeClr val="dk1"/>
                </a:solidFill>
                <a:latin typeface="Work Sans"/>
                <a:ea typeface="Work Sans"/>
                <a:cs typeface="Work Sans"/>
                <a:sym typeface="Work Sans"/>
              </a:rPr>
              <a:t>10</a:t>
            </a:r>
            <a:r>
              <a:rPr b="1" lang="en">
                <a:solidFill>
                  <a:schemeClr val="dk1"/>
                </a:solidFill>
                <a:latin typeface="Work Sans"/>
                <a:ea typeface="Work Sans"/>
                <a:cs typeface="Work Sans"/>
                <a:sym typeface="Work Sans"/>
              </a:rPr>
              <a:t> = (30071)</a:t>
            </a:r>
            <a:r>
              <a:rPr b="1" baseline="-25000" lang="en">
                <a:solidFill>
                  <a:schemeClr val="dk1"/>
                </a:solidFill>
                <a:latin typeface="Work Sans"/>
                <a:ea typeface="Work Sans"/>
                <a:cs typeface="Work Sans"/>
                <a:sym typeface="Work Sans"/>
              </a:rPr>
              <a:t>8</a:t>
            </a:r>
            <a:endParaRPr b="1" baseline="-250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a:solidFill>
                <a:schemeClr val="dk1"/>
              </a:solidFill>
              <a:latin typeface="Work Sans Medium"/>
              <a:ea typeface="Work Sans Medium"/>
              <a:cs typeface="Work Sans Medium"/>
              <a:sym typeface="Work Sans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76"/>
          <p:cNvSpPr txBox="1"/>
          <p:nvPr>
            <p:ph type="title"/>
          </p:nvPr>
        </p:nvSpPr>
        <p:spPr>
          <a:xfrm>
            <a:off x="1154150" y="0"/>
            <a:ext cx="73011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t>2.3  Algorithms for Integer Operations</a:t>
            </a:r>
            <a:endParaRPr sz="2400"/>
          </a:p>
        </p:txBody>
      </p:sp>
      <p:sp>
        <p:nvSpPr>
          <p:cNvPr id="746" name="Google Shape;746;p76"/>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47" name="Google Shape;747;p76"/>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48" name="Google Shape;748;p76"/>
          <p:cNvSpPr txBox="1"/>
          <p:nvPr/>
        </p:nvSpPr>
        <p:spPr>
          <a:xfrm>
            <a:off x="589600" y="752225"/>
            <a:ext cx="3210600" cy="4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chemeClr val="dk1"/>
                </a:solidFill>
                <a:latin typeface="Work Sans"/>
                <a:ea typeface="Work Sans"/>
                <a:cs typeface="Work Sans"/>
                <a:sym typeface="Work Sans"/>
              </a:rPr>
              <a:t>2.3.1 ADDITION ALGORITHM</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p:txBody>
      </p:sp>
      <p:sp>
        <p:nvSpPr>
          <p:cNvPr id="749" name="Google Shape;749;p76"/>
          <p:cNvSpPr txBox="1"/>
          <p:nvPr/>
        </p:nvSpPr>
        <p:spPr>
          <a:xfrm>
            <a:off x="589600" y="1504950"/>
            <a:ext cx="8317500" cy="259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Work Sans"/>
                <a:ea typeface="Work Sans"/>
                <a:cs typeface="Work Sans"/>
                <a:sym typeface="Work Sans"/>
              </a:rPr>
              <a:t>Qn: Add a=(1110)</a:t>
            </a:r>
            <a:r>
              <a:rPr b="1" baseline="-25000" lang="en">
                <a:solidFill>
                  <a:schemeClr val="dk1"/>
                </a:solidFill>
                <a:latin typeface="Work Sans"/>
                <a:ea typeface="Work Sans"/>
                <a:cs typeface="Work Sans"/>
                <a:sym typeface="Work Sans"/>
              </a:rPr>
              <a:t>2</a:t>
            </a:r>
            <a:r>
              <a:rPr b="1" lang="en">
                <a:solidFill>
                  <a:schemeClr val="dk1"/>
                </a:solidFill>
                <a:latin typeface="Work Sans"/>
                <a:ea typeface="Work Sans"/>
                <a:cs typeface="Work Sans"/>
                <a:sym typeface="Work Sans"/>
              </a:rPr>
              <a:t> and b=(1011)</a:t>
            </a:r>
            <a:r>
              <a:rPr b="1" baseline="-25000" lang="en">
                <a:solidFill>
                  <a:schemeClr val="dk1"/>
                </a:solidFill>
                <a:latin typeface="Work Sans"/>
                <a:ea typeface="Work Sans"/>
                <a:cs typeface="Work Sans"/>
                <a:sym typeface="Work Sans"/>
              </a:rPr>
              <a:t>2</a:t>
            </a:r>
            <a:endParaRPr b="1">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b="1" lang="en">
                <a:solidFill>
                  <a:schemeClr val="dk1"/>
                </a:solidFill>
                <a:latin typeface="Work Sans"/>
                <a:ea typeface="Work Sans"/>
                <a:cs typeface="Work Sans"/>
                <a:sym typeface="Work Sans"/>
              </a:rPr>
              <a:t>using the binary addition algorithm.</a:t>
            </a:r>
            <a:endParaRPr b="1">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Final Result</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We now have:</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   1110</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+ 1011</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Clr>
                <a:schemeClr val="dk1"/>
              </a:buClr>
              <a:buSzPts val="1100"/>
              <a:buFont typeface="Arial"/>
              <a:buNone/>
            </a:pPr>
            <a:r>
              <a:rPr lang="en">
                <a:solidFill>
                  <a:schemeClr val="dk1"/>
                </a:solidFill>
                <a:latin typeface="Work Sans Medium"/>
                <a:ea typeface="Work Sans Medium"/>
                <a:cs typeface="Work Sans Medium"/>
                <a:sym typeface="Work Sans Medium"/>
              </a:rPr>
              <a:t>  11001</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Clr>
                <a:schemeClr val="dk1"/>
              </a:buClr>
              <a:buSzPts val="1100"/>
              <a:buFont typeface="Arial"/>
              <a:buNone/>
            </a:pPr>
            <a:r>
              <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None/>
            </a:pPr>
            <a:r>
              <a:t/>
            </a:r>
            <a:endParaRPr>
              <a:solidFill>
                <a:schemeClr val="dk1"/>
              </a:solidFill>
              <a:latin typeface="Work Sans Medium"/>
              <a:ea typeface="Work Sans Medium"/>
              <a:cs typeface="Work Sans Medium"/>
              <a:sym typeface="Work Sans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77"/>
          <p:cNvSpPr txBox="1"/>
          <p:nvPr>
            <p:ph type="title"/>
          </p:nvPr>
        </p:nvSpPr>
        <p:spPr>
          <a:xfrm>
            <a:off x="1304700" y="0"/>
            <a:ext cx="71505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t>2.3  </a:t>
            </a:r>
            <a:r>
              <a:rPr lang="en" sz="2400"/>
              <a:t>Algorithms for Integer Operations</a:t>
            </a:r>
            <a:endParaRPr sz="2400"/>
          </a:p>
        </p:txBody>
      </p:sp>
      <p:sp>
        <p:nvSpPr>
          <p:cNvPr id="755" name="Google Shape;755;p77"/>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56" name="Google Shape;756;p77"/>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57" name="Google Shape;757;p77"/>
          <p:cNvSpPr txBox="1"/>
          <p:nvPr/>
        </p:nvSpPr>
        <p:spPr>
          <a:xfrm>
            <a:off x="589600" y="739700"/>
            <a:ext cx="4759500" cy="4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Work Sans"/>
                <a:ea typeface="Work Sans"/>
                <a:cs typeface="Work Sans"/>
                <a:sym typeface="Work Sans"/>
              </a:rPr>
              <a:t>2.3.2 MULTIPLICATION ALGORITHM</a:t>
            </a:r>
            <a:endParaRPr b="1" sz="20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None/>
            </a:pPr>
            <a:r>
              <a:t/>
            </a:r>
            <a:endParaRPr sz="1700">
              <a:solidFill>
                <a:schemeClr val="dk1"/>
              </a:solidFill>
              <a:latin typeface="Work Sans"/>
              <a:ea typeface="Work Sans"/>
              <a:cs typeface="Work Sans"/>
              <a:sym typeface="Work Sans"/>
            </a:endParaRPr>
          </a:p>
        </p:txBody>
      </p:sp>
      <p:sp>
        <p:nvSpPr>
          <p:cNvPr id="758" name="Google Shape;758;p77"/>
          <p:cNvSpPr txBox="1"/>
          <p:nvPr/>
        </p:nvSpPr>
        <p:spPr>
          <a:xfrm>
            <a:off x="589600" y="1530025"/>
            <a:ext cx="8317500" cy="259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Work Sans"/>
                <a:ea typeface="Work Sans"/>
                <a:cs typeface="Work Sans"/>
                <a:sym typeface="Work Sans"/>
              </a:rPr>
              <a:t>multiply a=(110)</a:t>
            </a:r>
            <a:r>
              <a:rPr b="1" baseline="-25000" lang="en">
                <a:solidFill>
                  <a:schemeClr val="dk1"/>
                </a:solidFill>
                <a:latin typeface="Work Sans"/>
                <a:ea typeface="Work Sans"/>
                <a:cs typeface="Work Sans"/>
                <a:sym typeface="Work Sans"/>
              </a:rPr>
              <a:t>2</a:t>
            </a:r>
            <a:r>
              <a:rPr b="1" lang="en">
                <a:solidFill>
                  <a:schemeClr val="dk1"/>
                </a:solidFill>
                <a:latin typeface="Work Sans"/>
                <a:ea typeface="Work Sans"/>
                <a:cs typeface="Work Sans"/>
                <a:sym typeface="Work Sans"/>
              </a:rPr>
              <a:t>​ and b=(101)</a:t>
            </a:r>
            <a:r>
              <a:rPr b="1" baseline="-25000" lang="en">
                <a:solidFill>
                  <a:schemeClr val="dk1"/>
                </a:solidFill>
                <a:latin typeface="Work Sans"/>
                <a:ea typeface="Work Sans"/>
                <a:cs typeface="Work Sans"/>
                <a:sym typeface="Work Sans"/>
              </a:rPr>
              <a:t>2</a:t>
            </a:r>
            <a:endParaRPr b="1" baseline="-250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b="1">
              <a:solidFill>
                <a:schemeClr val="dk1"/>
              </a:solidFill>
              <a:latin typeface="Work Sans"/>
              <a:ea typeface="Work Sans"/>
              <a:cs typeface="Work Sans"/>
              <a:sym typeface="Work Sans"/>
            </a:endParaRPr>
          </a:p>
          <a:p>
            <a:pPr indent="0" lvl="0" marL="0" rtl="0" algn="l">
              <a:spcBef>
                <a:spcPts val="0"/>
              </a:spcBef>
              <a:spcAft>
                <a:spcPts val="0"/>
              </a:spcAft>
              <a:buNone/>
            </a:pPr>
            <a:r>
              <a:t/>
            </a:r>
            <a:endParaRPr>
              <a:solidFill>
                <a:schemeClr val="dk1"/>
              </a:solidFill>
              <a:latin typeface="Work Sans Medium"/>
              <a:ea typeface="Work Sans Medium"/>
              <a:cs typeface="Work Sans Medium"/>
              <a:sym typeface="Work Sans Medium"/>
            </a:endParaRPr>
          </a:p>
          <a:p>
            <a:pPr indent="0" lvl="0" marL="0" rtl="0" algn="l">
              <a:spcBef>
                <a:spcPts val="0"/>
              </a:spcBef>
              <a:spcAft>
                <a:spcPts val="0"/>
              </a:spcAft>
              <a:buNone/>
            </a:pPr>
            <a:r>
              <a:t/>
            </a:r>
            <a:endParaRPr>
              <a:solidFill>
                <a:schemeClr val="dk1"/>
              </a:solidFill>
              <a:latin typeface="Work Sans Medium"/>
              <a:ea typeface="Work Sans Medium"/>
              <a:cs typeface="Work Sans Medium"/>
              <a:sym typeface="Work Sans Medium"/>
            </a:endParaRPr>
          </a:p>
        </p:txBody>
      </p:sp>
      <p:pic>
        <p:nvPicPr>
          <p:cNvPr id="759" name="Google Shape;759;p77"/>
          <p:cNvPicPr preferRelativeResize="0"/>
          <p:nvPr/>
        </p:nvPicPr>
        <p:blipFill>
          <a:blip r:embed="rId3">
            <a:alphaModFix/>
          </a:blip>
          <a:stretch>
            <a:fillRect/>
          </a:stretch>
        </p:blipFill>
        <p:spPr>
          <a:xfrm>
            <a:off x="1369300" y="2079550"/>
            <a:ext cx="4363825" cy="2922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78"/>
          <p:cNvSpPr txBox="1"/>
          <p:nvPr>
            <p:ph type="title"/>
          </p:nvPr>
        </p:nvSpPr>
        <p:spPr>
          <a:xfrm>
            <a:off x="1656675" y="0"/>
            <a:ext cx="67986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t>2.4 Modular Exponentiation</a:t>
            </a:r>
            <a:endParaRPr sz="2400"/>
          </a:p>
        </p:txBody>
      </p:sp>
      <p:sp>
        <p:nvSpPr>
          <p:cNvPr id="765" name="Google Shape;765;p78"/>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66" name="Google Shape;766;p78"/>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67" name="Google Shape;767;p78"/>
          <p:cNvSpPr txBox="1"/>
          <p:nvPr/>
        </p:nvSpPr>
        <p:spPr>
          <a:xfrm>
            <a:off x="589600" y="739700"/>
            <a:ext cx="7497600" cy="203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dk1"/>
                </a:solidFill>
                <a:latin typeface="Work Sans"/>
                <a:ea typeface="Work Sans"/>
                <a:cs typeface="Work Sans"/>
                <a:sym typeface="Work Sans"/>
              </a:rPr>
              <a:t>What is Modular Exponentiation?</a:t>
            </a:r>
            <a:endParaRPr b="1"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sz="1800">
                <a:solidFill>
                  <a:schemeClr val="dk1"/>
                </a:solidFill>
                <a:latin typeface="Work Sans"/>
                <a:ea typeface="Work Sans"/>
                <a:cs typeface="Work Sans"/>
                <a:sym typeface="Work Sans"/>
              </a:rPr>
              <a:t>Modular exponentiation is a technique used in cryptography to efficiently compute large exponents in modular arithmetic. Instead of computing b</a:t>
            </a:r>
            <a:r>
              <a:rPr baseline="30000" lang="en" sz="1800">
                <a:solidFill>
                  <a:schemeClr val="dk1"/>
                </a:solidFill>
                <a:latin typeface="Work Sans"/>
                <a:ea typeface="Work Sans"/>
                <a:cs typeface="Work Sans"/>
                <a:sym typeface="Work Sans"/>
              </a:rPr>
              <a:t>n</a:t>
            </a:r>
            <a:r>
              <a:rPr lang="en" sz="1800">
                <a:solidFill>
                  <a:schemeClr val="dk1"/>
                </a:solidFill>
                <a:latin typeface="Work Sans"/>
                <a:ea typeface="Work Sans"/>
                <a:cs typeface="Work Sans"/>
                <a:sym typeface="Work Sans"/>
              </a:rPr>
              <a:t> first and then finding b</a:t>
            </a:r>
            <a:r>
              <a:rPr baseline="30000" lang="en" sz="1800">
                <a:solidFill>
                  <a:schemeClr val="dk1"/>
                </a:solidFill>
                <a:latin typeface="Work Sans"/>
                <a:ea typeface="Work Sans"/>
                <a:cs typeface="Work Sans"/>
                <a:sym typeface="Work Sans"/>
              </a:rPr>
              <a:t>n </a:t>
            </a:r>
            <a:r>
              <a:rPr lang="en" sz="1800">
                <a:solidFill>
                  <a:schemeClr val="dk1"/>
                </a:solidFill>
                <a:latin typeface="Work Sans"/>
                <a:ea typeface="Work Sans"/>
                <a:cs typeface="Work Sans"/>
                <a:sym typeface="Work Sans"/>
              </a:rPr>
              <a:t>mod  m, we use a step-by-step method that keeps the numbers manageable by reducing modulo mmm at each step.</a:t>
            </a:r>
            <a:endParaRPr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b="1"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b="1"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b="1"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b="1"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b="1"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sz="1800">
              <a:solidFill>
                <a:schemeClr val="dk1"/>
              </a:solidFill>
              <a:latin typeface="Work Sans"/>
              <a:ea typeface="Work Sans"/>
              <a:cs typeface="Work Sans"/>
              <a:sym typeface="Work Sans"/>
            </a:endParaRPr>
          </a:p>
        </p:txBody>
      </p:sp>
      <p:sp>
        <p:nvSpPr>
          <p:cNvPr id="768" name="Google Shape;768;p78"/>
          <p:cNvSpPr txBox="1"/>
          <p:nvPr/>
        </p:nvSpPr>
        <p:spPr>
          <a:xfrm>
            <a:off x="652325" y="2910000"/>
            <a:ext cx="8317500" cy="193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dk1"/>
                </a:solidFill>
                <a:latin typeface="Work Sans"/>
                <a:ea typeface="Work Sans"/>
                <a:cs typeface="Work Sans"/>
                <a:sym typeface="Work Sans"/>
              </a:rPr>
              <a:t>Why is it Useful?</a:t>
            </a:r>
            <a:endParaRPr b="1"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Work Sans"/>
                <a:ea typeface="Work Sans"/>
                <a:cs typeface="Work Sans"/>
                <a:sym typeface="Work Sans"/>
              </a:rPr>
              <a:t>Computing </a:t>
            </a:r>
            <a:r>
              <a:rPr lang="en" sz="1800">
                <a:solidFill>
                  <a:schemeClr val="dk1"/>
                </a:solidFill>
                <a:latin typeface="Work Sans"/>
                <a:ea typeface="Work Sans"/>
                <a:cs typeface="Work Sans"/>
                <a:sym typeface="Work Sans"/>
              </a:rPr>
              <a:t>b</a:t>
            </a:r>
            <a:r>
              <a:rPr baseline="30000" lang="en" sz="1800">
                <a:solidFill>
                  <a:schemeClr val="dk1"/>
                </a:solidFill>
                <a:latin typeface="Work Sans"/>
                <a:ea typeface="Work Sans"/>
                <a:cs typeface="Work Sans"/>
                <a:sym typeface="Work Sans"/>
              </a:rPr>
              <a:t>n</a:t>
            </a:r>
            <a:r>
              <a:rPr lang="en" sz="1800">
                <a:solidFill>
                  <a:schemeClr val="dk1"/>
                </a:solidFill>
                <a:latin typeface="Work Sans"/>
                <a:ea typeface="Work Sans"/>
                <a:cs typeface="Work Sans"/>
                <a:sym typeface="Work Sans"/>
              </a:rPr>
              <a:t> </a:t>
            </a:r>
            <a:r>
              <a:rPr lang="en" sz="1800">
                <a:solidFill>
                  <a:schemeClr val="dk1"/>
                </a:solidFill>
                <a:latin typeface="Work Sans"/>
                <a:ea typeface="Work Sans"/>
                <a:cs typeface="Work Sans"/>
                <a:sym typeface="Work Sans"/>
              </a:rPr>
              <a:t>directly for large n results in extremely large numbers, making calculations impractical. Modular exponentiation allows us to compute </a:t>
            </a:r>
            <a:r>
              <a:rPr lang="en" sz="1800">
                <a:solidFill>
                  <a:schemeClr val="dk1"/>
                </a:solidFill>
                <a:latin typeface="Work Sans"/>
                <a:ea typeface="Work Sans"/>
                <a:cs typeface="Work Sans"/>
                <a:sym typeface="Work Sans"/>
              </a:rPr>
              <a:t>b</a:t>
            </a:r>
            <a:r>
              <a:rPr baseline="30000" lang="en" sz="1800">
                <a:solidFill>
                  <a:schemeClr val="dk1"/>
                </a:solidFill>
                <a:latin typeface="Work Sans"/>
                <a:ea typeface="Work Sans"/>
                <a:cs typeface="Work Sans"/>
                <a:sym typeface="Work Sans"/>
              </a:rPr>
              <a:t>n</a:t>
            </a:r>
            <a:r>
              <a:rPr lang="en" sz="1800">
                <a:solidFill>
                  <a:schemeClr val="dk1"/>
                </a:solidFill>
                <a:latin typeface="Work Sans"/>
                <a:ea typeface="Work Sans"/>
                <a:cs typeface="Work Sans"/>
                <a:sym typeface="Work Sans"/>
              </a:rPr>
              <a:t> </a:t>
            </a:r>
            <a:r>
              <a:rPr i="1" lang="en" sz="1800">
                <a:solidFill>
                  <a:schemeClr val="dk1"/>
                </a:solidFill>
                <a:latin typeface="Work Sans"/>
                <a:ea typeface="Work Sans"/>
                <a:cs typeface="Work Sans"/>
                <a:sym typeface="Work Sans"/>
              </a:rPr>
              <a:t>mod  m</a:t>
            </a:r>
            <a:r>
              <a:rPr lang="en" sz="1800">
                <a:solidFill>
                  <a:schemeClr val="dk1"/>
                </a:solidFill>
                <a:latin typeface="Work Sans"/>
                <a:ea typeface="Work Sans"/>
                <a:cs typeface="Work Sans"/>
                <a:sym typeface="Work Sans"/>
              </a:rPr>
              <a:t> efficiently, which is crucial for encryption systems like RSA.</a:t>
            </a:r>
            <a:endParaRPr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sz="1800">
              <a:solidFill>
                <a:schemeClr val="dk1"/>
              </a:solidFill>
              <a:latin typeface="Work Sans"/>
              <a:ea typeface="Work Sans"/>
              <a:cs typeface="Work Sans"/>
              <a:sym typeface="Work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79"/>
          <p:cNvSpPr txBox="1"/>
          <p:nvPr>
            <p:ph type="title"/>
          </p:nvPr>
        </p:nvSpPr>
        <p:spPr>
          <a:xfrm>
            <a:off x="328350" y="340600"/>
            <a:ext cx="8487300" cy="14157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n" sz="3600">
                <a:solidFill>
                  <a:schemeClr val="lt1"/>
                </a:solidFill>
              </a:rPr>
              <a:t>3. Primes and Greatest Common Divisors</a:t>
            </a:r>
            <a:endParaRPr sz="3600"/>
          </a:p>
        </p:txBody>
      </p:sp>
      <p:sp>
        <p:nvSpPr>
          <p:cNvPr id="774" name="Google Shape;774;p79"/>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75" name="Google Shape;775;p79"/>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76" name="Google Shape;776;p79"/>
          <p:cNvSpPr/>
          <p:nvPr/>
        </p:nvSpPr>
        <p:spPr>
          <a:xfrm>
            <a:off x="1129050" y="1543050"/>
            <a:ext cx="7025400" cy="2646900"/>
          </a:xfrm>
          <a:prstGeom prst="horizontalScroll">
            <a:avLst>
              <a:gd fmla="val 12500" name="adj"/>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Work Sans"/>
                <a:ea typeface="Work Sans"/>
                <a:cs typeface="Work Sans"/>
                <a:sym typeface="Work Sans"/>
              </a:rPr>
              <a:t>An integer p greater than 1 is called </a:t>
            </a:r>
            <a:r>
              <a:rPr b="1" lang="en" sz="1600">
                <a:latin typeface="Work Sans"/>
                <a:ea typeface="Work Sans"/>
                <a:cs typeface="Work Sans"/>
                <a:sym typeface="Work Sans"/>
              </a:rPr>
              <a:t>prime </a:t>
            </a:r>
            <a:r>
              <a:rPr lang="en" sz="1600">
                <a:latin typeface="Work Sans"/>
                <a:ea typeface="Work Sans"/>
                <a:cs typeface="Work Sans"/>
                <a:sym typeface="Work Sans"/>
              </a:rPr>
              <a:t>if the only positive factors of p are 1 and p.</a:t>
            </a:r>
            <a:endParaRPr sz="1600">
              <a:latin typeface="Work Sans"/>
              <a:ea typeface="Work Sans"/>
              <a:cs typeface="Work Sans"/>
              <a:sym typeface="Work Sans"/>
            </a:endParaRPr>
          </a:p>
          <a:p>
            <a:pPr indent="0" lvl="0" marL="0" rtl="0" algn="ctr">
              <a:spcBef>
                <a:spcPts val="0"/>
              </a:spcBef>
              <a:spcAft>
                <a:spcPts val="0"/>
              </a:spcAft>
              <a:buNone/>
            </a:pPr>
            <a:r>
              <a:rPr lang="en" sz="1600">
                <a:latin typeface="Work Sans"/>
                <a:ea typeface="Work Sans"/>
                <a:cs typeface="Work Sans"/>
                <a:sym typeface="Work Sans"/>
              </a:rPr>
              <a:t>A positive integer that is greater than 1 and is not prime is called </a:t>
            </a:r>
            <a:r>
              <a:rPr b="1" lang="en" sz="1600">
                <a:latin typeface="Work Sans"/>
                <a:ea typeface="Work Sans"/>
                <a:cs typeface="Work Sans"/>
                <a:sym typeface="Work Sans"/>
              </a:rPr>
              <a:t>composite</a:t>
            </a:r>
            <a:r>
              <a:rPr lang="en" sz="1600">
                <a:latin typeface="Work Sans"/>
                <a:ea typeface="Work Sans"/>
                <a:cs typeface="Work Sans"/>
                <a:sym typeface="Work Sans"/>
              </a:rPr>
              <a:t>.</a:t>
            </a:r>
            <a:endParaRPr sz="1600">
              <a:latin typeface="Work Sans"/>
              <a:ea typeface="Work Sans"/>
              <a:cs typeface="Work Sans"/>
              <a:sym typeface="Work Sans"/>
            </a:endParaRPr>
          </a:p>
          <a:p>
            <a:pPr indent="0" lvl="0" marL="0" rtl="0" algn="ctr">
              <a:spcBef>
                <a:spcPts val="0"/>
              </a:spcBef>
              <a:spcAft>
                <a:spcPts val="0"/>
              </a:spcAft>
              <a:buNone/>
            </a:pPr>
            <a:r>
              <a:rPr b="1" lang="en" sz="1600">
                <a:latin typeface="Work Sans"/>
                <a:ea typeface="Work Sans"/>
                <a:cs typeface="Work Sans"/>
                <a:sym typeface="Work Sans"/>
              </a:rPr>
              <a:t>GCD</a:t>
            </a:r>
            <a:r>
              <a:rPr lang="en" sz="1600">
                <a:latin typeface="Work Sans"/>
                <a:ea typeface="Work Sans"/>
                <a:cs typeface="Work Sans"/>
                <a:sym typeface="Work Sans"/>
              </a:rPr>
              <a:t>: The largest number that divides two numbers</a:t>
            </a:r>
            <a:endParaRPr sz="1600">
              <a:latin typeface="Work Sans"/>
              <a:ea typeface="Work Sans"/>
              <a:cs typeface="Work Sans"/>
              <a:sym typeface="Work Sans"/>
            </a:endParaRPr>
          </a:p>
          <a:p>
            <a:pPr indent="0" lvl="0" marL="0" rtl="0" algn="ctr">
              <a:spcBef>
                <a:spcPts val="0"/>
              </a:spcBef>
              <a:spcAft>
                <a:spcPts val="0"/>
              </a:spcAft>
              <a:buNone/>
            </a:pPr>
            <a:r>
              <a:t/>
            </a:r>
            <a:endParaRPr sz="1600">
              <a:latin typeface="Work Sans"/>
              <a:ea typeface="Work Sans"/>
              <a:cs typeface="Work Sans"/>
              <a:sym typeface="Work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80"/>
          <p:cNvSpPr txBox="1"/>
          <p:nvPr>
            <p:ph idx="1" type="subTitle"/>
          </p:nvPr>
        </p:nvSpPr>
        <p:spPr>
          <a:xfrm>
            <a:off x="824150" y="1769275"/>
            <a:ext cx="7746600" cy="30606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Clr>
                <a:schemeClr val="dk1"/>
              </a:buClr>
              <a:buSzPts val="1100"/>
              <a:buNone/>
            </a:pPr>
            <a:r>
              <a:rPr lang="en" sz="1800"/>
              <a:t>Every integer greater than 1 can be written uniquely as a prime or as the product of two or more primes where the prime factors are written in order of nondecreasing size.</a:t>
            </a:r>
            <a:endParaRPr sz="1800"/>
          </a:p>
          <a:p>
            <a:pPr indent="0" lvl="0" marL="0" rtl="0" algn="l">
              <a:lnSpc>
                <a:spcPct val="150000"/>
              </a:lnSpc>
              <a:spcBef>
                <a:spcPts val="0"/>
              </a:spcBef>
              <a:spcAft>
                <a:spcPts val="0"/>
              </a:spcAft>
              <a:buClr>
                <a:schemeClr val="dk1"/>
              </a:buClr>
              <a:buSzPts val="1100"/>
              <a:buNone/>
            </a:pPr>
            <a:r>
              <a:rPr lang="en" sz="1800">
                <a:solidFill>
                  <a:schemeClr val="dk1"/>
                </a:solidFill>
              </a:rPr>
              <a:t>Eg:</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12 = 2 × 2 × 3</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sz="1800">
                <a:solidFill>
                  <a:schemeClr val="dk1"/>
                </a:solidFill>
              </a:rPr>
              <a:t>30 = 2 × 3 × 5</a:t>
            </a:r>
            <a:endParaRPr sz="1800">
              <a:solidFill>
                <a:schemeClr val="dk1"/>
              </a:solidFill>
            </a:endParaRPr>
          </a:p>
        </p:txBody>
      </p:sp>
      <p:sp>
        <p:nvSpPr>
          <p:cNvPr id="782" name="Google Shape;782;p80"/>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83" name="Google Shape;783;p80"/>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784" name="Google Shape;784;p80"/>
          <p:cNvSpPr txBox="1"/>
          <p:nvPr/>
        </p:nvSpPr>
        <p:spPr>
          <a:xfrm>
            <a:off x="2998275" y="263450"/>
            <a:ext cx="5745600" cy="116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dk1"/>
                </a:solidFill>
                <a:latin typeface="Work Sans"/>
                <a:ea typeface="Work Sans"/>
                <a:cs typeface="Work Sans"/>
                <a:sym typeface="Work Sans"/>
              </a:rPr>
              <a:t>Fundamental Theorem of Arithmetic</a:t>
            </a:r>
            <a:endParaRPr b="1" sz="3600">
              <a:solidFill>
                <a:schemeClr val="dk1"/>
              </a:solidFill>
              <a:latin typeface="Work Sans"/>
              <a:ea typeface="Work Sans"/>
              <a:cs typeface="Work Sans"/>
              <a:sym typeface="Work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81"/>
          <p:cNvSpPr txBox="1"/>
          <p:nvPr>
            <p:ph type="title"/>
          </p:nvPr>
        </p:nvSpPr>
        <p:spPr>
          <a:xfrm>
            <a:off x="1656675" y="0"/>
            <a:ext cx="67986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t>3.1 Finding Prime Numbers</a:t>
            </a:r>
            <a:endParaRPr b="1" sz="2400"/>
          </a:p>
        </p:txBody>
      </p:sp>
      <p:sp>
        <p:nvSpPr>
          <p:cNvPr id="790" name="Google Shape;790;p81"/>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791" name="Google Shape;791;p81"/>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792" name="Google Shape;792;p81"/>
          <p:cNvSpPr txBox="1"/>
          <p:nvPr/>
        </p:nvSpPr>
        <p:spPr>
          <a:xfrm>
            <a:off x="589600" y="752225"/>
            <a:ext cx="3925200" cy="36762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Work Sans"/>
              <a:buChar char="●"/>
            </a:pPr>
            <a:r>
              <a:rPr b="1" lang="en" sz="1700">
                <a:solidFill>
                  <a:schemeClr val="dk1"/>
                </a:solidFill>
                <a:latin typeface="Work Sans"/>
                <a:ea typeface="Work Sans"/>
                <a:cs typeface="Work Sans"/>
                <a:sym typeface="Work Sans"/>
              </a:rPr>
              <a:t>Trial Division:</a:t>
            </a:r>
            <a:r>
              <a:rPr lang="en" sz="1700">
                <a:solidFill>
                  <a:schemeClr val="dk1"/>
                </a:solidFill>
                <a:latin typeface="Work Sans"/>
                <a:ea typeface="Work Sans"/>
                <a:cs typeface="Work Sans"/>
                <a:sym typeface="Work Sans"/>
              </a:rPr>
              <a:t> Check if a number is divisible by any prime up to its square root (√n).</a:t>
            </a:r>
            <a:endParaRPr sz="17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None/>
            </a:pPr>
            <a:r>
              <a:t/>
            </a:r>
            <a:endParaRPr sz="17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None/>
            </a:pPr>
            <a:r>
              <a:rPr lang="en" sz="1700">
                <a:solidFill>
                  <a:schemeClr val="dk1"/>
                </a:solidFill>
                <a:latin typeface="Work Sans"/>
                <a:ea typeface="Work Sans"/>
                <a:cs typeface="Work Sans"/>
                <a:sym typeface="Work Sans"/>
              </a:rPr>
              <a:t>Eg:</a:t>
            </a:r>
            <a:endParaRPr sz="17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Work Sans"/>
                <a:ea typeface="Work Sans"/>
                <a:cs typeface="Work Sans"/>
                <a:sym typeface="Work Sans"/>
              </a:rPr>
              <a:t>Example: Is 101 prime?</a:t>
            </a:r>
            <a:endParaRPr b="1" sz="1300">
              <a:solidFill>
                <a:schemeClr val="dk1"/>
              </a:solidFill>
              <a:latin typeface="Work Sans"/>
              <a:ea typeface="Work Sans"/>
              <a:cs typeface="Work Sans"/>
              <a:sym typeface="Work Sans"/>
            </a:endParaRPr>
          </a:p>
          <a:p>
            <a:pPr indent="-311150" lvl="0" marL="457200" rtl="0" algn="l">
              <a:lnSpc>
                <a:spcPct val="115000"/>
              </a:lnSpc>
              <a:spcBef>
                <a:spcPts val="1200"/>
              </a:spcBef>
              <a:spcAft>
                <a:spcPts val="0"/>
              </a:spcAft>
              <a:buClr>
                <a:schemeClr val="dk1"/>
              </a:buClr>
              <a:buSzPts val="1300"/>
              <a:buFont typeface="Work Sans Medium"/>
              <a:buChar char="●"/>
            </a:pPr>
            <a:r>
              <a:rPr lang="en" sz="1300">
                <a:solidFill>
                  <a:schemeClr val="dk1"/>
                </a:solidFill>
                <a:latin typeface="Work Sans Medium"/>
                <a:ea typeface="Work Sans Medium"/>
                <a:cs typeface="Work Sans Medium"/>
                <a:sym typeface="Work Sans Medium"/>
              </a:rPr>
              <a:t>√101≈10</a:t>
            </a:r>
            <a:endParaRPr sz="1300">
              <a:solidFill>
                <a:schemeClr val="dk1"/>
              </a:solidFill>
              <a:latin typeface="Work Sans Medium"/>
              <a:ea typeface="Work Sans Medium"/>
              <a:cs typeface="Work Sans Medium"/>
              <a:sym typeface="Work Sans Medium"/>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latin typeface="Work Sans Medium"/>
                <a:ea typeface="Work Sans Medium"/>
                <a:cs typeface="Work Sans Medium"/>
                <a:sym typeface="Work Sans Medium"/>
              </a:rPr>
              <a:t>so we check divisibility by primes ≤ 10: 2, 3, 5, 7.</a:t>
            </a:r>
            <a:endParaRPr sz="1300">
              <a:solidFill>
                <a:schemeClr val="dk1"/>
              </a:solidFill>
              <a:latin typeface="Work Sans Medium"/>
              <a:ea typeface="Work Sans Medium"/>
              <a:cs typeface="Work Sans Medium"/>
              <a:sym typeface="Work Sans Medium"/>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latin typeface="Work Sans Medium"/>
                <a:ea typeface="Work Sans Medium"/>
                <a:cs typeface="Work Sans Medium"/>
                <a:sym typeface="Work Sans Medium"/>
              </a:rPr>
              <a:t>101 is not divisible by any of these, so 101 is prime.</a:t>
            </a:r>
            <a:endParaRPr sz="1300">
              <a:solidFill>
                <a:schemeClr val="dk1"/>
              </a:solidFill>
              <a:latin typeface="Work Sans Medium"/>
              <a:ea typeface="Work Sans Medium"/>
              <a:cs typeface="Work Sans Medium"/>
              <a:sym typeface="Work Sans Medium"/>
            </a:endParaRPr>
          </a:p>
          <a:p>
            <a:pPr indent="0" lvl="0" marL="0" rtl="0" algn="l">
              <a:lnSpc>
                <a:spcPct val="100000"/>
              </a:lnSpc>
              <a:spcBef>
                <a:spcPts val="1200"/>
              </a:spcBef>
              <a:spcAft>
                <a:spcPts val="0"/>
              </a:spcAft>
              <a:buNone/>
            </a:pPr>
            <a:r>
              <a:t/>
            </a:r>
            <a:endParaRPr sz="1700">
              <a:solidFill>
                <a:schemeClr val="dk1"/>
              </a:solidFill>
              <a:latin typeface="Work Sans"/>
              <a:ea typeface="Work Sans"/>
              <a:cs typeface="Work Sans"/>
              <a:sym typeface="Work Sans"/>
            </a:endParaRPr>
          </a:p>
        </p:txBody>
      </p:sp>
      <p:sp>
        <p:nvSpPr>
          <p:cNvPr id="793" name="Google Shape;793;p81"/>
          <p:cNvSpPr txBox="1"/>
          <p:nvPr/>
        </p:nvSpPr>
        <p:spPr>
          <a:xfrm>
            <a:off x="4757325" y="728100"/>
            <a:ext cx="4212300" cy="41142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Work Sans"/>
              <a:buChar char="●"/>
            </a:pPr>
            <a:r>
              <a:rPr b="1" lang="en" sz="1700">
                <a:solidFill>
                  <a:schemeClr val="dk1"/>
                </a:solidFill>
                <a:latin typeface="Work Sans"/>
                <a:ea typeface="Work Sans"/>
                <a:cs typeface="Work Sans"/>
                <a:sym typeface="Work Sans"/>
              </a:rPr>
              <a:t>Sieve of Eratosthenes: </a:t>
            </a:r>
            <a:r>
              <a:rPr lang="en" sz="1700">
                <a:solidFill>
                  <a:schemeClr val="dk1"/>
                </a:solidFill>
                <a:latin typeface="Work Sans"/>
                <a:ea typeface="Work Sans"/>
                <a:cs typeface="Work Sans"/>
                <a:sym typeface="Work Sans"/>
              </a:rPr>
              <a:t>A method for finding all primes up to a given number by progressively eliminating multiples of smaller primes.</a:t>
            </a:r>
            <a:endParaRPr sz="17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None/>
            </a:pPr>
            <a:r>
              <a:rPr lang="en" sz="1700">
                <a:solidFill>
                  <a:schemeClr val="dk1"/>
                </a:solidFill>
                <a:latin typeface="Work Sans"/>
                <a:ea typeface="Work Sans"/>
                <a:cs typeface="Work Sans"/>
                <a:sym typeface="Work Sans"/>
              </a:rPr>
              <a:t>Eg:</a:t>
            </a:r>
            <a:endParaRPr sz="1700">
              <a:solidFill>
                <a:schemeClr val="dk1"/>
              </a:solidFill>
              <a:latin typeface="Work Sans"/>
              <a:ea typeface="Work Sans"/>
              <a:cs typeface="Work Sans"/>
              <a:sym typeface="Work Sans"/>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latin typeface="Work Sans"/>
                <a:ea typeface="Work Sans"/>
                <a:cs typeface="Work Sans"/>
                <a:sym typeface="Work Sans"/>
              </a:rPr>
              <a:t>Find primes up to 30</a:t>
            </a:r>
            <a:endParaRPr b="1" sz="1300">
              <a:solidFill>
                <a:schemeClr val="dk1"/>
              </a:solidFill>
              <a:latin typeface="Work Sans"/>
              <a:ea typeface="Work Sans"/>
              <a:cs typeface="Work Sans"/>
              <a:sym typeface="Work Sans"/>
            </a:endParaRPr>
          </a:p>
          <a:p>
            <a:pPr indent="-311150" lvl="0" marL="457200" rtl="0" algn="l">
              <a:lnSpc>
                <a:spcPct val="115000"/>
              </a:lnSpc>
              <a:spcBef>
                <a:spcPts val="1200"/>
              </a:spcBef>
              <a:spcAft>
                <a:spcPts val="0"/>
              </a:spcAft>
              <a:buClr>
                <a:schemeClr val="dk1"/>
              </a:buClr>
              <a:buSzPts val="1300"/>
              <a:buAutoNum type="arabicPeriod"/>
            </a:pPr>
            <a:r>
              <a:rPr lang="en" sz="1300">
                <a:solidFill>
                  <a:schemeClr val="dk1"/>
                </a:solidFill>
                <a:latin typeface="Work Sans Medium"/>
                <a:ea typeface="Work Sans Medium"/>
                <a:cs typeface="Work Sans Medium"/>
                <a:sym typeface="Work Sans Medium"/>
              </a:rPr>
              <a:t>Start with: 2, 3, 4, 5, 6, 7, 8, 9, 10, …, 30</a:t>
            </a:r>
            <a:endParaRPr sz="1300">
              <a:solidFill>
                <a:schemeClr val="dk1"/>
              </a:solidFill>
              <a:latin typeface="Work Sans Medium"/>
              <a:ea typeface="Work Sans Medium"/>
              <a:cs typeface="Work Sans Medium"/>
              <a:sym typeface="Work Sans Medium"/>
            </a:endParaRPr>
          </a:p>
          <a:p>
            <a:pPr indent="-311150" lvl="0" marL="457200" rtl="0" algn="l">
              <a:lnSpc>
                <a:spcPct val="115000"/>
              </a:lnSpc>
              <a:spcBef>
                <a:spcPts val="0"/>
              </a:spcBef>
              <a:spcAft>
                <a:spcPts val="0"/>
              </a:spcAft>
              <a:buClr>
                <a:schemeClr val="dk1"/>
              </a:buClr>
              <a:buSzPts val="1300"/>
              <a:buAutoNum type="arabicPeriod"/>
            </a:pPr>
            <a:r>
              <a:rPr lang="en" sz="1300">
                <a:solidFill>
                  <a:schemeClr val="dk1"/>
                </a:solidFill>
                <a:latin typeface="Work Sans Medium"/>
                <a:ea typeface="Work Sans Medium"/>
                <a:cs typeface="Work Sans Medium"/>
                <a:sym typeface="Work Sans Medium"/>
              </a:rPr>
              <a:t>Cross out multiples of 2 → 4, 6, 8, 10, 12, …</a:t>
            </a:r>
            <a:endParaRPr sz="1300">
              <a:solidFill>
                <a:schemeClr val="dk1"/>
              </a:solidFill>
              <a:latin typeface="Work Sans Medium"/>
              <a:ea typeface="Work Sans Medium"/>
              <a:cs typeface="Work Sans Medium"/>
              <a:sym typeface="Work Sans Medium"/>
            </a:endParaRPr>
          </a:p>
          <a:p>
            <a:pPr indent="-311150" lvl="0" marL="457200" rtl="0" algn="l">
              <a:lnSpc>
                <a:spcPct val="115000"/>
              </a:lnSpc>
              <a:spcBef>
                <a:spcPts val="0"/>
              </a:spcBef>
              <a:spcAft>
                <a:spcPts val="0"/>
              </a:spcAft>
              <a:buClr>
                <a:schemeClr val="dk1"/>
              </a:buClr>
              <a:buSzPts val="1300"/>
              <a:buAutoNum type="arabicPeriod"/>
            </a:pPr>
            <a:r>
              <a:rPr lang="en" sz="1300">
                <a:solidFill>
                  <a:schemeClr val="dk1"/>
                </a:solidFill>
                <a:latin typeface="Work Sans Medium"/>
                <a:ea typeface="Work Sans Medium"/>
                <a:cs typeface="Work Sans Medium"/>
                <a:sym typeface="Work Sans Medium"/>
              </a:rPr>
              <a:t>Cross out multiples of 3 → 9, 12, 15, 18, …</a:t>
            </a:r>
            <a:endParaRPr sz="1300">
              <a:solidFill>
                <a:schemeClr val="dk1"/>
              </a:solidFill>
              <a:latin typeface="Work Sans Medium"/>
              <a:ea typeface="Work Sans Medium"/>
              <a:cs typeface="Work Sans Medium"/>
              <a:sym typeface="Work Sans Medium"/>
            </a:endParaRPr>
          </a:p>
          <a:p>
            <a:pPr indent="-311150" lvl="0" marL="457200" rtl="0" algn="l">
              <a:lnSpc>
                <a:spcPct val="115000"/>
              </a:lnSpc>
              <a:spcBef>
                <a:spcPts val="0"/>
              </a:spcBef>
              <a:spcAft>
                <a:spcPts val="0"/>
              </a:spcAft>
              <a:buClr>
                <a:schemeClr val="dk1"/>
              </a:buClr>
              <a:buSzPts val="1300"/>
              <a:buAutoNum type="arabicPeriod"/>
            </a:pPr>
            <a:r>
              <a:rPr lang="en" sz="1300">
                <a:solidFill>
                  <a:schemeClr val="dk1"/>
                </a:solidFill>
                <a:latin typeface="Work Sans Medium"/>
                <a:ea typeface="Work Sans Medium"/>
                <a:cs typeface="Work Sans Medium"/>
                <a:sym typeface="Work Sans Medium"/>
              </a:rPr>
              <a:t>Cross out multiples of 5 → 25, 30…</a:t>
            </a:r>
            <a:endParaRPr sz="1300">
              <a:solidFill>
                <a:schemeClr val="dk1"/>
              </a:solidFill>
              <a:latin typeface="Work Sans Medium"/>
              <a:ea typeface="Work Sans Medium"/>
              <a:cs typeface="Work Sans Medium"/>
              <a:sym typeface="Work Sans Medium"/>
            </a:endParaRPr>
          </a:p>
          <a:p>
            <a:pPr indent="-311150" lvl="0" marL="457200" rtl="0" algn="l">
              <a:lnSpc>
                <a:spcPct val="115000"/>
              </a:lnSpc>
              <a:spcBef>
                <a:spcPts val="0"/>
              </a:spcBef>
              <a:spcAft>
                <a:spcPts val="0"/>
              </a:spcAft>
              <a:buClr>
                <a:schemeClr val="dk1"/>
              </a:buClr>
              <a:buSzPts val="1300"/>
              <a:buAutoNum type="arabicPeriod"/>
            </a:pPr>
            <a:r>
              <a:rPr lang="en" sz="1300">
                <a:solidFill>
                  <a:schemeClr val="dk1"/>
                </a:solidFill>
                <a:latin typeface="Work Sans Medium"/>
                <a:ea typeface="Work Sans Medium"/>
                <a:cs typeface="Work Sans Medium"/>
                <a:sym typeface="Work Sans Medium"/>
              </a:rPr>
              <a:t>The remaining numbers (2, 3, 5, 7, 11, 13, 17, 19, 23, 29) are prime numbers.</a:t>
            </a:r>
            <a:endParaRPr sz="1300">
              <a:solidFill>
                <a:schemeClr val="dk1"/>
              </a:solidFill>
              <a:latin typeface="Work Sans Medium"/>
              <a:ea typeface="Work Sans Medium"/>
              <a:cs typeface="Work Sans Medium"/>
              <a:sym typeface="Work Sans Medium"/>
            </a:endParaRPr>
          </a:p>
          <a:p>
            <a:pPr indent="0" lvl="0" marL="0" rtl="0" algn="l">
              <a:lnSpc>
                <a:spcPct val="100000"/>
              </a:lnSpc>
              <a:spcBef>
                <a:spcPts val="1200"/>
              </a:spcBef>
              <a:spcAft>
                <a:spcPts val="0"/>
              </a:spcAft>
              <a:buNone/>
            </a:pPr>
            <a:r>
              <a:t/>
            </a:r>
            <a:endParaRPr sz="1700">
              <a:solidFill>
                <a:schemeClr val="dk1"/>
              </a:solidFill>
              <a:latin typeface="Work Sans"/>
              <a:ea typeface="Work Sans"/>
              <a:cs typeface="Work Sans"/>
              <a:sym typeface="Work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82"/>
          <p:cNvSpPr txBox="1"/>
          <p:nvPr>
            <p:ph type="title"/>
          </p:nvPr>
        </p:nvSpPr>
        <p:spPr>
          <a:xfrm>
            <a:off x="1656675" y="0"/>
            <a:ext cx="67986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t>3.2 Special Types of Primes</a:t>
            </a:r>
            <a:endParaRPr b="1" sz="2400"/>
          </a:p>
        </p:txBody>
      </p:sp>
      <p:sp>
        <p:nvSpPr>
          <p:cNvPr id="799" name="Google Shape;799;p82"/>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00" name="Google Shape;800;p82"/>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01" name="Google Shape;801;p82"/>
          <p:cNvSpPr txBox="1"/>
          <p:nvPr/>
        </p:nvSpPr>
        <p:spPr>
          <a:xfrm>
            <a:off x="589600" y="752225"/>
            <a:ext cx="3925200" cy="36762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Work Sans"/>
              <a:buChar char="●"/>
            </a:pPr>
            <a:r>
              <a:rPr b="1" lang="en" sz="1700">
                <a:solidFill>
                  <a:schemeClr val="dk1"/>
                </a:solidFill>
                <a:latin typeface="Work Sans"/>
                <a:ea typeface="Work Sans"/>
                <a:cs typeface="Work Sans"/>
                <a:sym typeface="Work Sans"/>
              </a:rPr>
              <a:t>Mersenne Primes: </a:t>
            </a:r>
            <a:r>
              <a:rPr lang="en" sz="1700">
                <a:solidFill>
                  <a:schemeClr val="dk1"/>
                </a:solidFill>
                <a:latin typeface="Work Sans"/>
                <a:ea typeface="Work Sans"/>
                <a:cs typeface="Work Sans"/>
                <a:sym typeface="Work Sans"/>
              </a:rPr>
              <a:t>Primes of the form 2</a:t>
            </a:r>
            <a:r>
              <a:rPr baseline="30000" lang="en" sz="1700">
                <a:solidFill>
                  <a:schemeClr val="dk1"/>
                </a:solidFill>
                <a:latin typeface="Work Sans"/>
                <a:ea typeface="Work Sans"/>
                <a:cs typeface="Work Sans"/>
                <a:sym typeface="Work Sans"/>
              </a:rPr>
              <a:t>p</a:t>
            </a:r>
            <a:r>
              <a:rPr lang="en" sz="1700">
                <a:solidFill>
                  <a:schemeClr val="dk1"/>
                </a:solidFill>
                <a:latin typeface="Work Sans"/>
                <a:ea typeface="Work Sans"/>
                <a:cs typeface="Work Sans"/>
                <a:sym typeface="Work Sans"/>
              </a:rPr>
              <a:t>−1 where p is also prime (e.g., 3, 7, 31, 127).</a:t>
            </a:r>
            <a:endParaRPr sz="17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None/>
            </a:pPr>
            <a:r>
              <a:t/>
            </a:r>
            <a:endParaRPr sz="1700">
              <a:solidFill>
                <a:schemeClr val="dk1"/>
              </a:solidFill>
              <a:latin typeface="Work Sans"/>
              <a:ea typeface="Work Sans"/>
              <a:cs typeface="Work Sans"/>
              <a:sym typeface="Work Sans"/>
            </a:endParaRPr>
          </a:p>
          <a:p>
            <a:pPr indent="0" lvl="0" marL="0" rtl="0" algn="l">
              <a:lnSpc>
                <a:spcPct val="115000"/>
              </a:lnSpc>
              <a:spcBef>
                <a:spcPts val="1600"/>
              </a:spcBef>
              <a:spcAft>
                <a:spcPts val="0"/>
              </a:spcAft>
              <a:buClr>
                <a:schemeClr val="dk1"/>
              </a:buClr>
              <a:buSzPts val="1100"/>
              <a:buFont typeface="Arial"/>
              <a:buNone/>
            </a:pPr>
            <a:r>
              <a:rPr lang="en">
                <a:solidFill>
                  <a:srgbClr val="434343"/>
                </a:solidFill>
              </a:rPr>
              <a:t>EXAMPLE:</a:t>
            </a:r>
            <a:endParaRPr>
              <a:solidFill>
                <a:srgbClr val="434343"/>
              </a:solidFill>
            </a:endParaRPr>
          </a:p>
          <a:p>
            <a:pPr indent="0" lvl="0" marL="0" rtl="0" algn="l">
              <a:lnSpc>
                <a:spcPct val="115000"/>
              </a:lnSpc>
              <a:spcBef>
                <a:spcPts val="400"/>
              </a:spcBef>
              <a:spcAft>
                <a:spcPts val="0"/>
              </a:spcAft>
              <a:buNone/>
            </a:pPr>
            <a:r>
              <a:rPr lang="en" sz="1100">
                <a:solidFill>
                  <a:schemeClr val="dk1"/>
                </a:solidFill>
              </a:rPr>
              <a:t> </a:t>
            </a:r>
            <a:r>
              <a:rPr lang="en" sz="1300">
                <a:solidFill>
                  <a:schemeClr val="dk1"/>
                </a:solidFill>
                <a:latin typeface="Work Sans Medium"/>
                <a:ea typeface="Work Sans Medium"/>
                <a:cs typeface="Work Sans Medium"/>
                <a:sym typeface="Work Sans Medium"/>
              </a:rPr>
              <a:t>The number:</a:t>
            </a:r>
            <a:endParaRPr sz="13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lang="en" sz="1300">
                <a:solidFill>
                  <a:schemeClr val="dk1"/>
                </a:solidFill>
                <a:latin typeface="Work Sans Medium"/>
                <a:ea typeface="Work Sans Medium"/>
                <a:cs typeface="Work Sans Medium"/>
                <a:sym typeface="Work Sans Medium"/>
              </a:rPr>
              <a:t> 3 = 2</a:t>
            </a:r>
            <a:r>
              <a:rPr baseline="30000" lang="en" sz="1300">
                <a:solidFill>
                  <a:schemeClr val="dk1"/>
                </a:solidFill>
                <a:latin typeface="Work Sans Medium"/>
                <a:ea typeface="Work Sans Medium"/>
                <a:cs typeface="Work Sans Medium"/>
                <a:sym typeface="Work Sans Medium"/>
              </a:rPr>
              <a:t>2</a:t>
            </a:r>
            <a:r>
              <a:rPr lang="en" sz="1300">
                <a:solidFill>
                  <a:schemeClr val="dk1"/>
                </a:solidFill>
                <a:latin typeface="Work Sans Medium"/>
                <a:ea typeface="Work Sans Medium"/>
                <a:cs typeface="Work Sans Medium"/>
                <a:sym typeface="Work Sans Medium"/>
              </a:rPr>
              <a:t> -1, 7 = 2</a:t>
            </a:r>
            <a:r>
              <a:rPr baseline="30000" lang="en" sz="1300">
                <a:solidFill>
                  <a:schemeClr val="dk1"/>
                </a:solidFill>
                <a:latin typeface="Work Sans Medium"/>
                <a:ea typeface="Work Sans Medium"/>
                <a:cs typeface="Work Sans Medium"/>
                <a:sym typeface="Work Sans Medium"/>
              </a:rPr>
              <a:t>3</a:t>
            </a:r>
            <a:r>
              <a:rPr lang="en" sz="1300">
                <a:solidFill>
                  <a:schemeClr val="dk1"/>
                </a:solidFill>
                <a:latin typeface="Work Sans Medium"/>
                <a:ea typeface="Work Sans Medium"/>
                <a:cs typeface="Work Sans Medium"/>
                <a:sym typeface="Work Sans Medium"/>
              </a:rPr>
              <a:t> - 1, 31 = 2</a:t>
            </a:r>
            <a:r>
              <a:rPr baseline="30000" lang="en" sz="1300">
                <a:solidFill>
                  <a:schemeClr val="dk1"/>
                </a:solidFill>
                <a:latin typeface="Work Sans Medium"/>
                <a:ea typeface="Work Sans Medium"/>
                <a:cs typeface="Work Sans Medium"/>
                <a:sym typeface="Work Sans Medium"/>
              </a:rPr>
              <a:t>5</a:t>
            </a:r>
            <a:r>
              <a:rPr lang="en" sz="1300">
                <a:solidFill>
                  <a:schemeClr val="dk1"/>
                </a:solidFill>
                <a:latin typeface="Work Sans Medium"/>
                <a:ea typeface="Work Sans Medium"/>
                <a:cs typeface="Work Sans Medium"/>
                <a:sym typeface="Work Sans Medium"/>
              </a:rPr>
              <a:t>- 1…</a:t>
            </a:r>
            <a:endParaRPr sz="13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Work Sans Medium"/>
                <a:ea typeface="Work Sans Medium"/>
                <a:cs typeface="Work Sans Medium"/>
                <a:sym typeface="Work Sans Medium"/>
              </a:rPr>
              <a:t> are Mersenne primes,</a:t>
            </a:r>
            <a:endParaRPr sz="13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rPr lang="en" sz="1300">
                <a:solidFill>
                  <a:schemeClr val="dk1"/>
                </a:solidFill>
                <a:latin typeface="Work Sans Medium"/>
                <a:ea typeface="Work Sans Medium"/>
                <a:cs typeface="Work Sans Medium"/>
                <a:sym typeface="Work Sans Medium"/>
              </a:rPr>
              <a:t>while 2</a:t>
            </a:r>
            <a:r>
              <a:rPr baseline="30000" lang="en" sz="1300">
                <a:solidFill>
                  <a:schemeClr val="dk1"/>
                </a:solidFill>
                <a:latin typeface="Work Sans Medium"/>
                <a:ea typeface="Work Sans Medium"/>
                <a:cs typeface="Work Sans Medium"/>
                <a:sym typeface="Work Sans Medium"/>
              </a:rPr>
              <a:t>11</a:t>
            </a:r>
            <a:r>
              <a:rPr lang="en" sz="1300">
                <a:solidFill>
                  <a:schemeClr val="dk1"/>
                </a:solidFill>
                <a:latin typeface="Work Sans Medium"/>
                <a:ea typeface="Work Sans Medium"/>
                <a:cs typeface="Work Sans Medium"/>
                <a:sym typeface="Work Sans Medium"/>
              </a:rPr>
              <a:t> </a:t>
            </a:r>
            <a:r>
              <a:rPr lang="en" sz="1300">
                <a:solidFill>
                  <a:schemeClr val="dk1"/>
                </a:solidFill>
                <a:latin typeface="Work Sans Medium"/>
                <a:ea typeface="Work Sans Medium"/>
                <a:cs typeface="Work Sans Medium"/>
                <a:sym typeface="Work Sans Medium"/>
              </a:rPr>
              <a:t>− 1 </a:t>
            </a:r>
            <a:r>
              <a:rPr lang="en" sz="1300">
                <a:solidFill>
                  <a:schemeClr val="dk1"/>
                </a:solidFill>
                <a:latin typeface="Work Sans Medium"/>
                <a:ea typeface="Work Sans Medium"/>
                <a:cs typeface="Work Sans Medium"/>
                <a:sym typeface="Work Sans Medium"/>
              </a:rPr>
              <a:t>= 2047 is not a Mersenne prime because 2047 = 23 · 89.(showing that 2047 has the factors 23 and 89) even though it satisfies the form </a:t>
            </a:r>
            <a:r>
              <a:rPr lang="en" sz="1300">
                <a:solidFill>
                  <a:schemeClr val="dk1"/>
                </a:solidFill>
                <a:latin typeface="Work Sans"/>
                <a:ea typeface="Work Sans"/>
                <a:cs typeface="Work Sans"/>
                <a:sym typeface="Work Sans"/>
              </a:rPr>
              <a:t>2</a:t>
            </a:r>
            <a:r>
              <a:rPr baseline="30000" lang="en" sz="1300">
                <a:solidFill>
                  <a:schemeClr val="dk1"/>
                </a:solidFill>
                <a:latin typeface="Work Sans"/>
                <a:ea typeface="Work Sans"/>
                <a:cs typeface="Work Sans"/>
                <a:sym typeface="Work Sans"/>
              </a:rPr>
              <a:t>p</a:t>
            </a:r>
            <a:r>
              <a:rPr lang="en" sz="1300">
                <a:solidFill>
                  <a:schemeClr val="dk1"/>
                </a:solidFill>
                <a:latin typeface="Work Sans"/>
                <a:ea typeface="Work Sans"/>
                <a:cs typeface="Work Sans"/>
                <a:sym typeface="Work Sans"/>
              </a:rPr>
              <a:t>−1</a:t>
            </a:r>
            <a:endParaRPr sz="1300">
              <a:solidFill>
                <a:schemeClr val="dk1"/>
              </a:solidFill>
            </a:endParaRPr>
          </a:p>
          <a:p>
            <a:pPr indent="0" lvl="0" marL="0" rtl="0" algn="l">
              <a:lnSpc>
                <a:spcPct val="100000"/>
              </a:lnSpc>
              <a:spcBef>
                <a:spcPts val="0"/>
              </a:spcBef>
              <a:spcAft>
                <a:spcPts val="0"/>
              </a:spcAft>
              <a:buNone/>
            </a:pPr>
            <a:r>
              <a:t/>
            </a:r>
            <a:endParaRPr sz="1700">
              <a:solidFill>
                <a:schemeClr val="dk1"/>
              </a:solidFill>
              <a:latin typeface="Work Sans"/>
              <a:ea typeface="Work Sans"/>
              <a:cs typeface="Work Sans"/>
              <a:sym typeface="Work Sans"/>
            </a:endParaRPr>
          </a:p>
        </p:txBody>
      </p:sp>
      <p:sp>
        <p:nvSpPr>
          <p:cNvPr id="802" name="Google Shape;802;p82"/>
          <p:cNvSpPr txBox="1"/>
          <p:nvPr/>
        </p:nvSpPr>
        <p:spPr>
          <a:xfrm>
            <a:off x="4757325" y="728100"/>
            <a:ext cx="4212300" cy="4114200"/>
          </a:xfrm>
          <a:prstGeom prst="rect">
            <a:avLst/>
          </a:prstGeom>
          <a:noFill/>
          <a:ln>
            <a:noFill/>
          </a:ln>
        </p:spPr>
        <p:txBody>
          <a:bodyPr anchorCtr="0" anchor="t" bIns="91425" lIns="91425" spcFirstLastPara="1" rIns="91425" wrap="square" tIns="91425">
            <a:noAutofit/>
          </a:bodyPr>
          <a:lstStyle/>
          <a:p>
            <a:pPr indent="-336550" lvl="0" marL="457200" rtl="0" algn="l">
              <a:lnSpc>
                <a:spcPct val="100000"/>
              </a:lnSpc>
              <a:spcBef>
                <a:spcPts val="0"/>
              </a:spcBef>
              <a:spcAft>
                <a:spcPts val="0"/>
              </a:spcAft>
              <a:buClr>
                <a:schemeClr val="dk1"/>
              </a:buClr>
              <a:buSzPts val="1700"/>
              <a:buFont typeface="Work Sans"/>
              <a:buChar char="●"/>
            </a:pPr>
            <a:r>
              <a:rPr b="1" lang="en" sz="1700">
                <a:solidFill>
                  <a:schemeClr val="dk1"/>
                </a:solidFill>
                <a:latin typeface="Work Sans"/>
                <a:ea typeface="Work Sans"/>
                <a:cs typeface="Work Sans"/>
                <a:sym typeface="Work Sans"/>
              </a:rPr>
              <a:t>Infinitely Many Primes: </a:t>
            </a:r>
            <a:r>
              <a:rPr lang="en" sz="1700">
                <a:solidFill>
                  <a:schemeClr val="dk1"/>
                </a:solidFill>
                <a:latin typeface="Work Sans"/>
                <a:ea typeface="Work Sans"/>
                <a:cs typeface="Work Sans"/>
                <a:sym typeface="Work Sans"/>
              </a:rPr>
              <a:t>Euclid's proof shows that primes never run out.</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b="1" lang="en" sz="1200">
                <a:solidFill>
                  <a:schemeClr val="dk1"/>
                </a:solidFill>
                <a:latin typeface="Work Sans"/>
                <a:ea typeface="Work Sans"/>
                <a:cs typeface="Work Sans"/>
                <a:sym typeface="Work Sans"/>
              </a:rPr>
              <a:t>Proof</a:t>
            </a:r>
            <a:r>
              <a:rPr lang="en" sz="1200">
                <a:solidFill>
                  <a:schemeClr val="dk1"/>
                </a:solidFill>
                <a:latin typeface="Work Sans Medium"/>
                <a:ea typeface="Work Sans Medium"/>
                <a:cs typeface="Work Sans Medium"/>
                <a:sym typeface="Work Sans Medium"/>
              </a:rPr>
              <a:t>:We will prove this theorem using a proof by contradiction.We assume that there are only</a:t>
            </a:r>
            <a:endParaRPr sz="12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lang="en" sz="1200">
                <a:solidFill>
                  <a:schemeClr val="dk1"/>
                </a:solidFill>
                <a:latin typeface="Work Sans Medium"/>
                <a:ea typeface="Work Sans Medium"/>
                <a:cs typeface="Work Sans Medium"/>
                <a:sym typeface="Work Sans Medium"/>
              </a:rPr>
              <a:t>finitely many primes, p1, p2, . . . , pn.</a:t>
            </a:r>
            <a:endParaRPr sz="12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lang="en" sz="1200">
                <a:solidFill>
                  <a:schemeClr val="dk1"/>
                </a:solidFill>
                <a:latin typeface="Work Sans Medium"/>
                <a:ea typeface="Work Sans Medium"/>
                <a:cs typeface="Work Sans Medium"/>
                <a:sym typeface="Work Sans Medium"/>
              </a:rPr>
              <a:t> Let Q = p1 p2 · · · pn + 1.</a:t>
            </a:r>
            <a:endParaRPr sz="12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lang="en" sz="1200">
                <a:solidFill>
                  <a:schemeClr val="dk1"/>
                </a:solidFill>
                <a:latin typeface="Work Sans Medium"/>
                <a:ea typeface="Work Sans Medium"/>
                <a:cs typeface="Work Sans Medium"/>
                <a:sym typeface="Work Sans Medium"/>
              </a:rPr>
              <a:t>By the </a:t>
            </a:r>
            <a:r>
              <a:rPr b="1" lang="en" sz="1200">
                <a:solidFill>
                  <a:schemeClr val="dk1"/>
                </a:solidFill>
                <a:latin typeface="Work Sans"/>
                <a:ea typeface="Work Sans"/>
                <a:cs typeface="Work Sans"/>
                <a:sym typeface="Work Sans"/>
              </a:rPr>
              <a:t>fundamental theorem of arithmetic</a:t>
            </a:r>
            <a:r>
              <a:rPr lang="en" sz="1200">
                <a:solidFill>
                  <a:schemeClr val="dk1"/>
                </a:solidFill>
                <a:latin typeface="Work Sans Medium"/>
                <a:ea typeface="Work Sans Medium"/>
                <a:cs typeface="Work Sans Medium"/>
                <a:sym typeface="Work Sans Medium"/>
              </a:rPr>
              <a:t>, Q is prime or else it can be written as the product of two or more primes. However, none of the primes pj divides Q, for if pj | Q, then pj divides Q − p1p2 · · · pn = 1. </a:t>
            </a:r>
            <a:endParaRPr sz="12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t/>
            </a:r>
            <a:endParaRPr sz="12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lang="en" sz="1200">
                <a:solidFill>
                  <a:schemeClr val="dk1"/>
                </a:solidFill>
                <a:latin typeface="Work Sans Medium"/>
                <a:ea typeface="Work Sans Medium"/>
                <a:cs typeface="Work Sans Medium"/>
                <a:sym typeface="Work Sans Medium"/>
              </a:rPr>
              <a:t>Hence, there is a prime not in the list p1, p2, . . . , pn. This prime is either Q, if it is prime, or a prime factor of Q. This is a </a:t>
            </a:r>
            <a:r>
              <a:rPr b="1" lang="en" sz="1200">
                <a:solidFill>
                  <a:schemeClr val="dk1"/>
                </a:solidFill>
                <a:latin typeface="Work Sans"/>
                <a:ea typeface="Work Sans"/>
                <a:cs typeface="Work Sans"/>
                <a:sym typeface="Work Sans"/>
              </a:rPr>
              <a:t>contradiction </a:t>
            </a:r>
            <a:r>
              <a:rPr lang="en" sz="1200">
                <a:solidFill>
                  <a:schemeClr val="dk1"/>
                </a:solidFill>
                <a:latin typeface="Work Sans Medium"/>
                <a:ea typeface="Work Sans Medium"/>
                <a:cs typeface="Work Sans Medium"/>
                <a:sym typeface="Work Sans Medium"/>
              </a:rPr>
              <a:t>because we assumed that We have listed all the primes. Consequently, there are infinitely many primes.</a:t>
            </a:r>
            <a:endParaRPr sz="1200">
              <a:solidFill>
                <a:schemeClr val="dk1"/>
              </a:solidFill>
              <a:latin typeface="Work Sans Medium"/>
              <a:ea typeface="Work Sans Medium"/>
              <a:cs typeface="Work Sans Medium"/>
              <a:sym typeface="Work Sans Medium"/>
            </a:endParaRPr>
          </a:p>
          <a:p>
            <a:pPr indent="0" lvl="0" marL="0" rtl="0" algn="l">
              <a:lnSpc>
                <a:spcPct val="100000"/>
              </a:lnSpc>
              <a:spcBef>
                <a:spcPts val="0"/>
              </a:spcBef>
              <a:spcAft>
                <a:spcPts val="0"/>
              </a:spcAft>
              <a:buNone/>
            </a:pPr>
            <a:r>
              <a:t/>
            </a:r>
            <a:endParaRPr sz="1700">
              <a:solidFill>
                <a:schemeClr val="dk1"/>
              </a:solidFill>
              <a:latin typeface="Work Sans"/>
              <a:ea typeface="Work Sans"/>
              <a:cs typeface="Work Sans"/>
              <a:sym typeface="Work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83"/>
          <p:cNvSpPr txBox="1"/>
          <p:nvPr>
            <p:ph type="title"/>
          </p:nvPr>
        </p:nvSpPr>
        <p:spPr>
          <a:xfrm>
            <a:off x="1656675" y="0"/>
            <a:ext cx="67986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t>3.3 GCD and LCM</a:t>
            </a:r>
            <a:endParaRPr sz="2400"/>
          </a:p>
        </p:txBody>
      </p:sp>
      <p:sp>
        <p:nvSpPr>
          <p:cNvPr id="808" name="Google Shape;808;p8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09" name="Google Shape;809;p8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10" name="Google Shape;810;p83"/>
          <p:cNvSpPr txBox="1"/>
          <p:nvPr/>
        </p:nvSpPr>
        <p:spPr>
          <a:xfrm>
            <a:off x="589600" y="739700"/>
            <a:ext cx="7497600" cy="1035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lang="en">
                <a:solidFill>
                  <a:schemeClr val="dk1"/>
                </a:solidFill>
                <a:latin typeface="Work Sans Medium"/>
                <a:ea typeface="Work Sans Medium"/>
                <a:cs typeface="Work Sans Medium"/>
                <a:sym typeface="Work Sans Medium"/>
              </a:rPr>
              <a:t>GCD: The largest number that divides two numbers (e.g., GCD(12,18) = 6).</a:t>
            </a:r>
            <a:endParaRPr>
              <a:solidFill>
                <a:schemeClr val="dk1"/>
              </a:solidFill>
              <a:latin typeface="Work Sans Medium"/>
              <a:ea typeface="Work Sans Medium"/>
              <a:cs typeface="Work Sans Medium"/>
              <a:sym typeface="Work Sans Medium"/>
            </a:endParaRPr>
          </a:p>
          <a:p>
            <a:pPr indent="-317500" lvl="0" marL="457200" rtl="0" algn="l">
              <a:lnSpc>
                <a:spcPct val="115000"/>
              </a:lnSpc>
              <a:spcBef>
                <a:spcPts val="0"/>
              </a:spcBef>
              <a:spcAft>
                <a:spcPts val="0"/>
              </a:spcAft>
              <a:buClr>
                <a:schemeClr val="dk1"/>
              </a:buClr>
              <a:buSzPts val="1400"/>
              <a:buChar char="●"/>
            </a:pPr>
            <a:r>
              <a:rPr lang="en">
                <a:solidFill>
                  <a:schemeClr val="dk1"/>
                </a:solidFill>
                <a:latin typeface="Work Sans Medium"/>
                <a:ea typeface="Work Sans Medium"/>
                <a:cs typeface="Work Sans Medium"/>
                <a:sym typeface="Work Sans Medium"/>
              </a:rPr>
              <a:t>LCM: The smallest number that is a multiple of both numbers (e.g., LCM(12,18) = 36).</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1200"/>
              </a:spcBef>
              <a:spcAft>
                <a:spcPts val="0"/>
              </a:spcAft>
              <a:buNone/>
            </a:pPr>
            <a:r>
              <a:t/>
            </a:r>
            <a:endParaRPr>
              <a:solidFill>
                <a:schemeClr val="dk1"/>
              </a:solidFill>
              <a:latin typeface="Work Sans Medium"/>
              <a:ea typeface="Work Sans Medium"/>
              <a:cs typeface="Work Sans Medium"/>
              <a:sym typeface="Work Sans Medium"/>
            </a:endParaRPr>
          </a:p>
        </p:txBody>
      </p:sp>
      <p:sp>
        <p:nvSpPr>
          <p:cNvPr id="811" name="Google Shape;811;p83"/>
          <p:cNvSpPr txBox="1"/>
          <p:nvPr/>
        </p:nvSpPr>
        <p:spPr>
          <a:xfrm>
            <a:off x="589600" y="1817150"/>
            <a:ext cx="8317500" cy="193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1"/>
                </a:solidFill>
                <a:latin typeface="Work Sans"/>
                <a:ea typeface="Work Sans"/>
                <a:cs typeface="Work Sans"/>
                <a:sym typeface="Work Sans"/>
              </a:rPr>
              <a:t>Euclidean Algorithm: </a:t>
            </a:r>
            <a:r>
              <a:rPr lang="en">
                <a:solidFill>
                  <a:schemeClr val="dk1"/>
                </a:solidFill>
                <a:latin typeface="Work Sans"/>
                <a:ea typeface="Work Sans"/>
                <a:cs typeface="Work Sans"/>
                <a:sym typeface="Work Sans"/>
              </a:rPr>
              <a:t>A fast method to compute GCD using repeated division.</a:t>
            </a:r>
            <a:endParaRPr>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a:ea typeface="Work Sans"/>
                <a:cs typeface="Work Sans"/>
                <a:sym typeface="Work Sans"/>
              </a:rPr>
              <a:t>The algorithm repeatedly applies the division rule:</a:t>
            </a:r>
            <a:endParaRPr>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Work Sans"/>
                <a:ea typeface="Work Sans"/>
                <a:cs typeface="Work Sans"/>
                <a:sym typeface="Work Sans"/>
              </a:rPr>
              <a:t> If a=bq+r then gcd(a, b) = gcd(b, r).</a:t>
            </a:r>
            <a:endParaRPr>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a:solidFill>
                  <a:schemeClr val="dk1"/>
                </a:solidFill>
                <a:latin typeface="Work Sans"/>
                <a:ea typeface="Work Sans"/>
                <a:cs typeface="Work Sans"/>
                <a:sym typeface="Work Sans"/>
              </a:rPr>
              <a:t> This process continues until the remainder is 0, and the last nonzero remainder is the GCD.</a:t>
            </a:r>
            <a:endParaRPr>
              <a:solidFill>
                <a:schemeClr val="dk1"/>
              </a:solidFill>
              <a:latin typeface="Work Sans"/>
              <a:ea typeface="Work Sans"/>
              <a:cs typeface="Work Sans"/>
              <a:sym typeface="Work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84"/>
          <p:cNvSpPr txBox="1"/>
          <p:nvPr>
            <p:ph idx="1" type="subTitle"/>
          </p:nvPr>
        </p:nvSpPr>
        <p:spPr>
          <a:xfrm>
            <a:off x="824150" y="1769275"/>
            <a:ext cx="7746600" cy="30606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1800"/>
              <a:t>If a and b are positive integers, then there exist integers s and t such that gcd(a, b) = sa + tb.</a:t>
            </a:r>
            <a:endParaRPr sz="1800"/>
          </a:p>
          <a:p>
            <a:pPr indent="0" lvl="0" marL="0" rtl="0" algn="l">
              <a:lnSpc>
                <a:spcPct val="150000"/>
              </a:lnSpc>
              <a:spcBef>
                <a:spcPts val="0"/>
              </a:spcBef>
              <a:spcAft>
                <a:spcPts val="0"/>
              </a:spcAft>
              <a:buNone/>
            </a:pPr>
            <a:r>
              <a:t/>
            </a:r>
            <a:endParaRPr sz="1800"/>
          </a:p>
          <a:p>
            <a:pPr indent="0" lvl="0" marL="0" rtl="0" algn="l">
              <a:lnSpc>
                <a:spcPct val="150000"/>
              </a:lnSpc>
              <a:spcBef>
                <a:spcPts val="0"/>
              </a:spcBef>
              <a:spcAft>
                <a:spcPts val="0"/>
              </a:spcAft>
              <a:buNone/>
            </a:pPr>
            <a:r>
              <a:rPr lang="en" sz="1100" u="sng">
                <a:solidFill>
                  <a:schemeClr val="dk1"/>
                </a:solidFill>
              </a:rPr>
              <a:t>Bézout’s Identity &amp; Coefficients</a:t>
            </a:r>
            <a:endParaRPr sz="1100" u="sng">
              <a:solidFill>
                <a:schemeClr val="dk1"/>
              </a:solidFill>
            </a:endParaRPr>
          </a:p>
          <a:p>
            <a:pPr indent="0" lvl="0" marL="0" rtl="0" algn="l">
              <a:lnSpc>
                <a:spcPct val="150000"/>
              </a:lnSpc>
              <a:spcBef>
                <a:spcPts val="0"/>
              </a:spcBef>
              <a:spcAft>
                <a:spcPts val="0"/>
              </a:spcAft>
              <a:buNone/>
            </a:pPr>
            <a:r>
              <a:rPr lang="en" sz="1100">
                <a:solidFill>
                  <a:schemeClr val="dk1"/>
                </a:solidFill>
              </a:rPr>
              <a:t>If two positive integers, a and b, have a greatest common divisor (gcd), there exist integers s and t such that: gcd⁡(a,b)=sa+tb</a:t>
            </a:r>
            <a:endParaRPr sz="1100">
              <a:solidFill>
                <a:schemeClr val="dk1"/>
              </a:solidFill>
            </a:endParaRPr>
          </a:p>
          <a:p>
            <a:pPr indent="0" lvl="0" marL="0" rtl="0" algn="l">
              <a:lnSpc>
                <a:spcPct val="150000"/>
              </a:lnSpc>
              <a:spcBef>
                <a:spcPts val="0"/>
              </a:spcBef>
              <a:spcAft>
                <a:spcPts val="0"/>
              </a:spcAft>
              <a:buNone/>
            </a:pPr>
            <a:r>
              <a:rPr lang="en" sz="1100">
                <a:solidFill>
                  <a:schemeClr val="dk1"/>
                </a:solidFill>
              </a:rPr>
              <a:t>These integers s and t are called Bézout coefficients</a:t>
            </a:r>
            <a:endParaRPr sz="1800"/>
          </a:p>
        </p:txBody>
      </p:sp>
      <p:sp>
        <p:nvSpPr>
          <p:cNvPr id="817" name="Google Shape;817;p84"/>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18" name="Google Shape;818;p84"/>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819" name="Google Shape;819;p84"/>
          <p:cNvSpPr txBox="1"/>
          <p:nvPr/>
        </p:nvSpPr>
        <p:spPr>
          <a:xfrm>
            <a:off x="3358825" y="263450"/>
            <a:ext cx="5498100" cy="74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00">
                <a:solidFill>
                  <a:schemeClr val="lt2"/>
                </a:solidFill>
                <a:latin typeface="Work Sans"/>
                <a:ea typeface="Work Sans"/>
                <a:cs typeface="Work Sans"/>
                <a:sym typeface="Work Sans"/>
              </a:rPr>
              <a:t>3.4 Bézout’s Theorem</a:t>
            </a:r>
            <a:endParaRPr b="1" sz="3600">
              <a:solidFill>
                <a:schemeClr val="lt2"/>
              </a:solidFill>
              <a:latin typeface="Work Sans"/>
              <a:ea typeface="Work Sans"/>
              <a:cs typeface="Work Sans"/>
              <a:sym typeface="Work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85"/>
          <p:cNvSpPr txBox="1"/>
          <p:nvPr>
            <p:ph type="title"/>
          </p:nvPr>
        </p:nvSpPr>
        <p:spPr>
          <a:xfrm>
            <a:off x="1417600" y="82025"/>
            <a:ext cx="6724200" cy="639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3200">
                <a:solidFill>
                  <a:schemeClr val="lt1"/>
                </a:solidFill>
              </a:rPr>
              <a:t>4. Solving Congruence</a:t>
            </a:r>
            <a:r>
              <a:rPr lang="en" sz="3200">
                <a:solidFill>
                  <a:schemeClr val="lt1"/>
                </a:solidFill>
              </a:rPr>
              <a:t>s</a:t>
            </a:r>
            <a:endParaRPr sz="3200">
              <a:solidFill>
                <a:schemeClr val="lt1"/>
              </a:solidFill>
            </a:endParaRPr>
          </a:p>
        </p:txBody>
      </p:sp>
      <p:sp>
        <p:nvSpPr>
          <p:cNvPr id="825" name="Google Shape;825;p8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26" name="Google Shape;826;p85"/>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27" name="Google Shape;827;p85"/>
          <p:cNvSpPr txBox="1"/>
          <p:nvPr/>
        </p:nvSpPr>
        <p:spPr>
          <a:xfrm>
            <a:off x="659100" y="1379975"/>
            <a:ext cx="8330100" cy="356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A linear congruence is an equation of the form: </a:t>
            </a:r>
            <a:r>
              <a:rPr i="1" lang="en" sz="1700">
                <a:solidFill>
                  <a:schemeClr val="dk1"/>
                </a:solidFill>
                <a:latin typeface="Work Sans"/>
                <a:ea typeface="Work Sans"/>
                <a:cs typeface="Work Sans"/>
                <a:sym typeface="Work Sans"/>
              </a:rPr>
              <a:t>ax≡b(mod m)</a:t>
            </a:r>
            <a:endParaRPr i="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Where: </a:t>
            </a:r>
            <a:r>
              <a:rPr b="1" lang="en" sz="1700">
                <a:solidFill>
                  <a:schemeClr val="dk1"/>
                </a:solidFill>
                <a:latin typeface="Work Sans"/>
                <a:ea typeface="Work Sans"/>
                <a:cs typeface="Work Sans"/>
                <a:sym typeface="Work Sans"/>
              </a:rPr>
              <a:t>a,b and m</a:t>
            </a:r>
            <a:r>
              <a:rPr lang="en" sz="1700">
                <a:solidFill>
                  <a:schemeClr val="dk1"/>
                </a:solidFill>
                <a:latin typeface="Work Sans"/>
                <a:ea typeface="Work Sans"/>
                <a:cs typeface="Work Sans"/>
                <a:sym typeface="Work Sans"/>
              </a:rPr>
              <a:t> are </a:t>
            </a:r>
            <a:r>
              <a:rPr b="1" lang="en" sz="1700">
                <a:solidFill>
                  <a:schemeClr val="dk1"/>
                </a:solidFill>
                <a:latin typeface="Work Sans"/>
                <a:ea typeface="Work Sans"/>
                <a:cs typeface="Work Sans"/>
                <a:sym typeface="Work Sans"/>
              </a:rPr>
              <a:t>integers, x </a:t>
            </a:r>
            <a:r>
              <a:rPr lang="en" sz="1700">
                <a:solidFill>
                  <a:schemeClr val="dk1"/>
                </a:solidFill>
                <a:latin typeface="Work Sans"/>
                <a:ea typeface="Work Sans"/>
                <a:cs typeface="Work Sans"/>
                <a:sym typeface="Work Sans"/>
              </a:rPr>
              <a:t>is the </a:t>
            </a:r>
            <a:r>
              <a:rPr b="1" lang="en" sz="1700">
                <a:solidFill>
                  <a:schemeClr val="dk1"/>
                </a:solidFill>
                <a:latin typeface="Work Sans"/>
                <a:ea typeface="Work Sans"/>
                <a:cs typeface="Work Sans"/>
                <a:sym typeface="Work Sans"/>
              </a:rPr>
              <a:t>unknown </a:t>
            </a:r>
            <a:r>
              <a:rPr lang="en" sz="1700">
                <a:solidFill>
                  <a:schemeClr val="dk1"/>
                </a:solidFill>
                <a:latin typeface="Work Sans"/>
                <a:ea typeface="Work Sans"/>
                <a:cs typeface="Work Sans"/>
                <a:sym typeface="Work Sans"/>
              </a:rPr>
              <a:t>we need to find</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sz="1700">
                <a:solidFill>
                  <a:schemeClr val="dk1"/>
                </a:solidFill>
                <a:latin typeface="Work Sans"/>
                <a:ea typeface="Work Sans"/>
                <a:cs typeface="Work Sans"/>
                <a:sym typeface="Work Sans"/>
              </a:rPr>
              <a:t>Used to Find the modular inverse of a(if it exists),</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sz="1700">
                <a:solidFill>
                  <a:schemeClr val="dk1"/>
                </a:solidFill>
                <a:latin typeface="Work Sans"/>
                <a:ea typeface="Work Sans"/>
                <a:cs typeface="Work Sans"/>
                <a:sym typeface="Work Sans"/>
              </a:rPr>
              <a:t>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rPr lang="en" sz="1700">
                <a:solidFill>
                  <a:schemeClr val="dk1"/>
                </a:solidFill>
                <a:latin typeface="Work Sans"/>
                <a:ea typeface="Work Sans"/>
                <a:cs typeface="Work Sans"/>
                <a:sym typeface="Work Sans"/>
              </a:rPr>
              <a:t>e</a:t>
            </a:r>
            <a:r>
              <a:rPr lang="en" sz="1700">
                <a:solidFill>
                  <a:schemeClr val="dk1"/>
                </a:solidFill>
                <a:latin typeface="Work Sans"/>
                <a:ea typeface="Work Sans"/>
                <a:cs typeface="Work Sans"/>
                <a:sym typeface="Work Sans"/>
              </a:rPr>
              <a:t>g:</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b="1" lang="en" sz="1700">
                <a:solidFill>
                  <a:schemeClr val="dk1"/>
                </a:solidFill>
                <a:latin typeface="Work Sans"/>
                <a:ea typeface="Work Sans"/>
                <a:cs typeface="Work Sans"/>
                <a:sym typeface="Work Sans"/>
              </a:rPr>
              <a:t>Solve:</a:t>
            </a:r>
            <a:endParaRPr b="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3x≡4(mod7)</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Find the inverse of 3 modulo 7: It's 5 (since 3×5=15≡1(mod7)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Multiply both sides by 5: x≡5×4=</a:t>
            </a:r>
            <a:r>
              <a:rPr b="1" lang="en" sz="1700">
                <a:solidFill>
                  <a:schemeClr val="dk1"/>
                </a:solidFill>
                <a:latin typeface="Work Sans"/>
                <a:ea typeface="Work Sans"/>
                <a:cs typeface="Work Sans"/>
                <a:sym typeface="Work Sans"/>
              </a:rPr>
              <a:t>20≡6(mod7)</a:t>
            </a:r>
            <a:endParaRPr b="1"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Solutions: </a:t>
            </a:r>
            <a:r>
              <a:rPr b="1" lang="en" sz="1700">
                <a:solidFill>
                  <a:schemeClr val="dk1"/>
                </a:solidFill>
                <a:latin typeface="Work Sans"/>
                <a:ea typeface="Work Sans"/>
                <a:cs typeface="Work Sans"/>
                <a:sym typeface="Work Sans"/>
              </a:rPr>
              <a:t>x≡6(mod7) </a:t>
            </a:r>
            <a:r>
              <a:rPr lang="en" sz="1700">
                <a:solidFill>
                  <a:schemeClr val="dk1"/>
                </a:solidFill>
                <a:latin typeface="Work Sans"/>
                <a:ea typeface="Work Sans"/>
                <a:cs typeface="Work Sans"/>
                <a:sym typeface="Work Sans"/>
              </a:rPr>
              <a:t> (i.e., x=6,13,20,…).</a:t>
            </a:r>
            <a:endParaRPr sz="1700">
              <a:solidFill>
                <a:schemeClr val="dk1"/>
              </a:solidFill>
              <a:latin typeface="Work Sans"/>
              <a:ea typeface="Work Sans"/>
              <a:cs typeface="Work Sans"/>
              <a:sym typeface="Work Sans"/>
            </a:endParaRPr>
          </a:p>
          <a:p>
            <a:pPr indent="0" lvl="0" marL="0" rtl="0" algn="l">
              <a:lnSpc>
                <a:spcPct val="115000"/>
              </a:lnSpc>
              <a:spcBef>
                <a:spcPts val="0"/>
              </a:spcBef>
              <a:spcAft>
                <a:spcPts val="0"/>
              </a:spcAft>
              <a:buNone/>
            </a:pPr>
            <a:r>
              <a:t/>
            </a:r>
            <a:endParaRPr sz="1700">
              <a:solidFill>
                <a:schemeClr val="dk1"/>
              </a:solidFill>
              <a:latin typeface="Work Sans"/>
              <a:ea typeface="Work Sans"/>
              <a:cs typeface="Work Sans"/>
              <a:sym typeface="Work Sans"/>
            </a:endParaRPr>
          </a:p>
        </p:txBody>
      </p:sp>
      <p:sp>
        <p:nvSpPr>
          <p:cNvPr id="828" name="Google Shape;828;p85"/>
          <p:cNvSpPr txBox="1"/>
          <p:nvPr/>
        </p:nvSpPr>
        <p:spPr>
          <a:xfrm>
            <a:off x="545425" y="815375"/>
            <a:ext cx="33747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200">
                <a:solidFill>
                  <a:schemeClr val="lt2"/>
                </a:solidFill>
                <a:latin typeface="Work Sans"/>
                <a:ea typeface="Work Sans"/>
                <a:cs typeface="Work Sans"/>
                <a:sym typeface="Work Sans"/>
              </a:rPr>
              <a:t>4.1 linear congruence</a:t>
            </a:r>
            <a:endParaRPr sz="2200">
              <a:solidFill>
                <a:schemeClr val="lt2"/>
              </a:solidFill>
              <a:latin typeface="Work Sans"/>
              <a:ea typeface="Work Sans"/>
              <a:cs typeface="Work Sans"/>
              <a:sym typeface="Work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86"/>
          <p:cNvSpPr txBox="1"/>
          <p:nvPr>
            <p:ph idx="1" type="subTitle"/>
          </p:nvPr>
        </p:nvSpPr>
        <p:spPr>
          <a:xfrm>
            <a:off x="761350" y="1698425"/>
            <a:ext cx="7746600" cy="23571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None/>
            </a:pPr>
            <a:r>
              <a:rPr lang="en" sz="1800"/>
              <a:t>If we have a system of congruences:</a:t>
            </a:r>
            <a:endParaRPr sz="1800"/>
          </a:p>
          <a:p>
            <a:pPr indent="0" lvl="0" marL="0" rtl="0" algn="ctr">
              <a:lnSpc>
                <a:spcPct val="115000"/>
              </a:lnSpc>
              <a:spcBef>
                <a:spcPts val="0"/>
              </a:spcBef>
              <a:spcAft>
                <a:spcPts val="0"/>
              </a:spcAft>
              <a:buClr>
                <a:schemeClr val="dk1"/>
              </a:buClr>
              <a:buSzPts val="1100"/>
              <a:buNone/>
            </a:pPr>
            <a:r>
              <a:rPr lang="en" sz="1800"/>
              <a:t>x≡a</a:t>
            </a:r>
            <a:r>
              <a:rPr baseline="-25000" lang="en" sz="1800"/>
              <a:t>1</a:t>
            </a:r>
            <a:r>
              <a:rPr lang="en" sz="1800"/>
              <a:t>(mod m</a:t>
            </a:r>
            <a:r>
              <a:rPr baseline="-25000" lang="en" sz="1800"/>
              <a:t>1</a:t>
            </a:r>
            <a:r>
              <a:rPr lang="en" sz="1800"/>
              <a:t>)</a:t>
            </a:r>
            <a:endParaRPr sz="1800"/>
          </a:p>
          <a:p>
            <a:pPr indent="0" lvl="0" marL="0" rtl="0" algn="ctr">
              <a:lnSpc>
                <a:spcPct val="115000"/>
              </a:lnSpc>
              <a:spcBef>
                <a:spcPts val="0"/>
              </a:spcBef>
              <a:spcAft>
                <a:spcPts val="0"/>
              </a:spcAft>
              <a:buClr>
                <a:schemeClr val="dk1"/>
              </a:buClr>
              <a:buSzPts val="1100"/>
              <a:buNone/>
            </a:pPr>
            <a:r>
              <a:rPr lang="en" sz="1800"/>
              <a:t>x≡a</a:t>
            </a:r>
            <a:r>
              <a:rPr baseline="-25000" lang="en" sz="1800"/>
              <a:t>2</a:t>
            </a:r>
            <a:r>
              <a:rPr lang="en" sz="1800"/>
              <a:t>(modm</a:t>
            </a:r>
            <a:r>
              <a:rPr baseline="-25000" lang="en" sz="1800"/>
              <a:t>2</a:t>
            </a:r>
            <a:r>
              <a:rPr lang="en" sz="1800"/>
              <a:t>)</a:t>
            </a:r>
            <a:endParaRPr sz="1800"/>
          </a:p>
          <a:p>
            <a:pPr indent="0" lvl="0" marL="0" rtl="0" algn="ctr">
              <a:lnSpc>
                <a:spcPct val="115000"/>
              </a:lnSpc>
              <a:spcBef>
                <a:spcPts val="0"/>
              </a:spcBef>
              <a:spcAft>
                <a:spcPts val="0"/>
              </a:spcAft>
              <a:buClr>
                <a:schemeClr val="dk1"/>
              </a:buClr>
              <a:buSzPts val="1100"/>
              <a:buNone/>
            </a:pPr>
            <a:r>
              <a:rPr lang="en" sz="1800"/>
              <a:t>...</a:t>
            </a:r>
            <a:endParaRPr sz="1800"/>
          </a:p>
          <a:p>
            <a:pPr indent="0" lvl="0" marL="0" rtl="0" algn="ctr">
              <a:lnSpc>
                <a:spcPct val="115000"/>
              </a:lnSpc>
              <a:spcBef>
                <a:spcPts val="0"/>
              </a:spcBef>
              <a:spcAft>
                <a:spcPts val="0"/>
              </a:spcAft>
              <a:buClr>
                <a:schemeClr val="dk1"/>
              </a:buClr>
              <a:buSzPts val="1100"/>
              <a:buNone/>
            </a:pPr>
            <a:r>
              <a:rPr lang="en" sz="1800"/>
              <a:t>x≡a</a:t>
            </a:r>
            <a:r>
              <a:rPr baseline="-25000" lang="en" sz="1800"/>
              <a:t>n</a:t>
            </a:r>
            <a:r>
              <a:rPr lang="en" sz="1800"/>
              <a:t>(mod m</a:t>
            </a:r>
            <a:r>
              <a:rPr baseline="-25000" lang="en" sz="1800"/>
              <a:t>n</a:t>
            </a:r>
            <a:r>
              <a:rPr lang="en" sz="1800"/>
              <a:t>)</a:t>
            </a:r>
            <a:endParaRPr sz="1800"/>
          </a:p>
          <a:p>
            <a:pPr indent="0" lvl="0" marL="0" rtl="0" algn="ctr">
              <a:lnSpc>
                <a:spcPct val="115000"/>
              </a:lnSpc>
              <a:spcBef>
                <a:spcPts val="0"/>
              </a:spcBef>
              <a:spcAft>
                <a:spcPts val="0"/>
              </a:spcAft>
              <a:buClr>
                <a:schemeClr val="dk1"/>
              </a:buClr>
              <a:buSzPts val="1100"/>
              <a:buNone/>
            </a:pPr>
            <a:r>
              <a:rPr lang="en" sz="1800"/>
              <a:t>where all m</a:t>
            </a:r>
            <a:r>
              <a:rPr baseline="-25000" lang="en" sz="1800"/>
              <a:t>i </a:t>
            </a:r>
            <a:r>
              <a:rPr lang="en" sz="1800"/>
              <a:t>are </a:t>
            </a:r>
            <a:r>
              <a:rPr b="1" lang="en" sz="1800"/>
              <a:t>pairwise relatively prime</a:t>
            </a:r>
            <a:r>
              <a:rPr lang="en" sz="1800"/>
              <a:t>, then there is a unique solution modulo M=m</a:t>
            </a:r>
            <a:r>
              <a:rPr baseline="-25000" lang="en" sz="1800"/>
              <a:t>1</a:t>
            </a:r>
            <a:r>
              <a:rPr lang="en" sz="1800"/>
              <a:t>m</a:t>
            </a:r>
            <a:r>
              <a:rPr baseline="-25000" lang="en" sz="1800"/>
              <a:t>2</a:t>
            </a:r>
            <a:r>
              <a:rPr lang="en" sz="1800"/>
              <a:t>…m</a:t>
            </a:r>
            <a:r>
              <a:rPr baseline="-25000" lang="en" sz="1800"/>
              <a:t>n</a:t>
            </a:r>
            <a:endParaRPr sz="1800"/>
          </a:p>
        </p:txBody>
      </p:sp>
      <p:sp>
        <p:nvSpPr>
          <p:cNvPr id="834" name="Google Shape;834;p86"/>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35" name="Google Shape;835;p86"/>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836" name="Google Shape;836;p86"/>
          <p:cNvSpPr txBox="1"/>
          <p:nvPr/>
        </p:nvSpPr>
        <p:spPr>
          <a:xfrm>
            <a:off x="2491100" y="258175"/>
            <a:ext cx="6722700" cy="64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400">
                <a:solidFill>
                  <a:schemeClr val="dk1"/>
                </a:solidFill>
                <a:latin typeface="Work Sans"/>
                <a:ea typeface="Work Sans"/>
                <a:cs typeface="Work Sans"/>
                <a:sym typeface="Work Sans"/>
              </a:rPr>
              <a:t>4.2 The Chinese Remainder Theorem (CRT)</a:t>
            </a:r>
            <a:endParaRPr b="1" sz="2400">
              <a:solidFill>
                <a:schemeClr val="dk1"/>
              </a:solidFill>
              <a:latin typeface="Work Sans"/>
              <a:ea typeface="Work Sans"/>
              <a:cs typeface="Work Sans"/>
              <a:sym typeface="Work Sans"/>
            </a:endParaRPr>
          </a:p>
          <a:p>
            <a:pPr indent="0" lvl="0" marL="0" rtl="0" algn="ctr">
              <a:spcBef>
                <a:spcPts val="0"/>
              </a:spcBef>
              <a:spcAft>
                <a:spcPts val="0"/>
              </a:spcAft>
              <a:buClr>
                <a:schemeClr val="dk1"/>
              </a:buClr>
              <a:buSzPts val="1100"/>
              <a:buFont typeface="Arial"/>
              <a:buNone/>
            </a:pPr>
            <a:r>
              <a:t/>
            </a:r>
            <a:endParaRPr sz="2400">
              <a:solidFill>
                <a:schemeClr val="dk1"/>
              </a:solidFill>
              <a:latin typeface="Work Sans"/>
              <a:ea typeface="Work Sans"/>
              <a:cs typeface="Work Sans"/>
              <a:sym typeface="Work Sans"/>
            </a:endParaRPr>
          </a:p>
          <a:p>
            <a:pPr indent="0" lvl="0" marL="0" rtl="0" algn="ctr">
              <a:spcBef>
                <a:spcPts val="0"/>
              </a:spcBef>
              <a:spcAft>
                <a:spcPts val="0"/>
              </a:spcAft>
              <a:buNone/>
            </a:pPr>
            <a:r>
              <a:t/>
            </a:r>
            <a:endParaRPr sz="2400">
              <a:solidFill>
                <a:schemeClr val="dk1"/>
              </a:solidFill>
              <a:latin typeface="Work Sans"/>
              <a:ea typeface="Work Sans"/>
              <a:cs typeface="Work Sans"/>
              <a:sym typeface="Work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87"/>
          <p:cNvSpPr txBox="1"/>
          <p:nvPr>
            <p:ph type="title"/>
          </p:nvPr>
        </p:nvSpPr>
        <p:spPr>
          <a:xfrm>
            <a:off x="347075" y="84350"/>
            <a:ext cx="87972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300"/>
              <a:t>4.3 Computer Arithmetic with Large Integers</a:t>
            </a:r>
            <a:endParaRPr b="1" sz="2300"/>
          </a:p>
        </p:txBody>
      </p:sp>
      <p:sp>
        <p:nvSpPr>
          <p:cNvPr id="842" name="Google Shape;842;p87"/>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43" name="Google Shape;843;p87"/>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44" name="Google Shape;844;p87"/>
          <p:cNvSpPr txBox="1"/>
          <p:nvPr/>
        </p:nvSpPr>
        <p:spPr>
          <a:xfrm>
            <a:off x="589625" y="950250"/>
            <a:ext cx="8212200" cy="297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Work Sans Medium"/>
                <a:ea typeface="Work Sans Medium"/>
                <a:cs typeface="Work Sans Medium"/>
                <a:sym typeface="Work Sans Medium"/>
              </a:rPr>
              <a:t>Instead of working directly with large numbers, we break them into smaller parts using remainders (modulo operations). This allows us to perform calculations using smaller numbers and then recombine the results to get the final answer.</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lang="en" sz="1600">
                <a:solidFill>
                  <a:schemeClr val="dk1"/>
                </a:solidFill>
                <a:latin typeface="Work Sans Medium"/>
                <a:ea typeface="Work Sans Medium"/>
                <a:cs typeface="Work Sans Medium"/>
                <a:sym typeface="Work Sans Medium"/>
              </a:rPr>
              <a:t>In the following ways:</a:t>
            </a:r>
            <a:endParaRPr sz="1600">
              <a:solidFill>
                <a:schemeClr val="dk1"/>
              </a:solidFill>
              <a:latin typeface="Work Sans Medium"/>
              <a:ea typeface="Work Sans Medium"/>
              <a:cs typeface="Work Sans Medium"/>
              <a:sym typeface="Work Sans Medium"/>
            </a:endParaRPr>
          </a:p>
          <a:p>
            <a:pPr indent="-330200" lvl="0" marL="457200" rtl="0" algn="l">
              <a:lnSpc>
                <a:spcPct val="115000"/>
              </a:lnSpc>
              <a:spcBef>
                <a:spcPts val="0"/>
              </a:spcBef>
              <a:spcAft>
                <a:spcPts val="0"/>
              </a:spcAft>
              <a:buClr>
                <a:schemeClr val="dk1"/>
              </a:buClr>
              <a:buSzPts val="1600"/>
              <a:buFont typeface="Work Sans Medium"/>
              <a:buChar char="●"/>
            </a:pPr>
            <a:r>
              <a:rPr lang="en" sz="1600">
                <a:solidFill>
                  <a:schemeClr val="dk1"/>
                </a:solidFill>
                <a:latin typeface="Work Sans Medium"/>
                <a:ea typeface="Work Sans Medium"/>
                <a:cs typeface="Work Sans Medium"/>
                <a:sym typeface="Work Sans Medium"/>
              </a:rPr>
              <a:t>Representing Large Numbers with Remainders</a:t>
            </a:r>
            <a:endParaRPr sz="1600">
              <a:solidFill>
                <a:schemeClr val="dk1"/>
              </a:solidFill>
              <a:latin typeface="Work Sans Medium"/>
              <a:ea typeface="Work Sans Medium"/>
              <a:cs typeface="Work Sans Medium"/>
              <a:sym typeface="Work Sans Medium"/>
            </a:endParaRPr>
          </a:p>
          <a:p>
            <a:pPr indent="-330200" lvl="0" marL="457200" rtl="0" algn="l">
              <a:lnSpc>
                <a:spcPct val="115000"/>
              </a:lnSpc>
              <a:spcBef>
                <a:spcPts val="0"/>
              </a:spcBef>
              <a:spcAft>
                <a:spcPts val="0"/>
              </a:spcAft>
              <a:buClr>
                <a:schemeClr val="dk1"/>
              </a:buClr>
              <a:buSzPts val="1600"/>
              <a:buFont typeface="Work Sans Medium"/>
              <a:buChar char="●"/>
            </a:pPr>
            <a:r>
              <a:rPr lang="en" sz="1600">
                <a:solidFill>
                  <a:schemeClr val="dk1"/>
                </a:solidFill>
                <a:latin typeface="Work Sans Medium"/>
                <a:ea typeface="Work Sans Medium"/>
                <a:cs typeface="Work Sans Medium"/>
                <a:sym typeface="Work Sans Medium"/>
              </a:rPr>
              <a:t>Adding Large Numbers Using Remainders</a:t>
            </a:r>
            <a:endParaRPr sz="1600">
              <a:solidFill>
                <a:schemeClr val="dk1"/>
              </a:solidFill>
              <a:latin typeface="Work Sans Medium"/>
              <a:ea typeface="Work Sans Medium"/>
              <a:cs typeface="Work Sans Medium"/>
              <a:sym typeface="Work Sans Medium"/>
            </a:endParaRPr>
          </a:p>
          <a:p>
            <a:pPr indent="-330200" lvl="0" marL="457200" rtl="0" algn="l">
              <a:lnSpc>
                <a:spcPct val="115000"/>
              </a:lnSpc>
              <a:spcBef>
                <a:spcPts val="0"/>
              </a:spcBef>
              <a:spcAft>
                <a:spcPts val="0"/>
              </a:spcAft>
              <a:buClr>
                <a:schemeClr val="dk1"/>
              </a:buClr>
              <a:buSzPts val="1600"/>
              <a:buFont typeface="Work Sans Medium"/>
              <a:buChar char="●"/>
            </a:pPr>
            <a:r>
              <a:rPr lang="en" sz="1600">
                <a:solidFill>
                  <a:schemeClr val="dk1"/>
                </a:solidFill>
                <a:latin typeface="Work Sans Medium"/>
                <a:ea typeface="Work Sans Medium"/>
                <a:cs typeface="Work Sans Medium"/>
                <a:sym typeface="Work Sans Medium"/>
              </a:rPr>
              <a:t>In Choosing Good Moduli for Computers</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t/>
            </a:r>
            <a:endParaRPr sz="1600">
              <a:solidFill>
                <a:schemeClr val="dk1"/>
              </a:solidFill>
              <a:latin typeface="Work Sans Medium"/>
              <a:ea typeface="Work Sans Medium"/>
              <a:cs typeface="Work Sans Medium"/>
              <a:sym typeface="Work Sans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88"/>
          <p:cNvSpPr txBox="1"/>
          <p:nvPr>
            <p:ph idx="1" type="subTitle"/>
          </p:nvPr>
        </p:nvSpPr>
        <p:spPr>
          <a:xfrm>
            <a:off x="2627825" y="556800"/>
            <a:ext cx="6174000" cy="1726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None/>
            </a:pPr>
            <a:r>
              <a:rPr lang="en" sz="1600"/>
              <a:t>If p is a prime number and a is any whole number that is not divisible by p, then:</a:t>
            </a:r>
            <a:endParaRPr sz="1600"/>
          </a:p>
          <a:p>
            <a:pPr indent="0" lvl="0" marL="0" rtl="0" algn="ctr">
              <a:lnSpc>
                <a:spcPct val="115000"/>
              </a:lnSpc>
              <a:spcBef>
                <a:spcPts val="0"/>
              </a:spcBef>
              <a:spcAft>
                <a:spcPts val="0"/>
              </a:spcAft>
              <a:buClr>
                <a:schemeClr val="dk1"/>
              </a:buClr>
              <a:buSzPts val="1100"/>
              <a:buNone/>
            </a:pPr>
            <a:r>
              <a:rPr lang="en" sz="1600"/>
              <a:t> a</a:t>
            </a:r>
            <a:r>
              <a:rPr baseline="30000" lang="en" sz="1600"/>
              <a:t>p−1</a:t>
            </a:r>
            <a:r>
              <a:rPr lang="en" sz="1600"/>
              <a:t>≡1 (mod p)</a:t>
            </a:r>
            <a:endParaRPr sz="1600"/>
          </a:p>
          <a:p>
            <a:pPr indent="0" lvl="0" marL="0" rtl="0" algn="ctr">
              <a:lnSpc>
                <a:spcPct val="115000"/>
              </a:lnSpc>
              <a:spcBef>
                <a:spcPts val="0"/>
              </a:spcBef>
              <a:spcAft>
                <a:spcPts val="0"/>
              </a:spcAft>
              <a:buClr>
                <a:schemeClr val="dk1"/>
              </a:buClr>
              <a:buSzPts val="1100"/>
              <a:buNone/>
            </a:pPr>
            <a:r>
              <a:rPr lang="en" sz="1600"/>
              <a:t> This means that when you divide a</a:t>
            </a:r>
            <a:r>
              <a:rPr baseline="30000" lang="en" sz="1600"/>
              <a:t>p−1</a:t>
            </a:r>
            <a:r>
              <a:rPr lang="en" sz="1600"/>
              <a:t> by p, the remainder will always be 1.</a:t>
            </a:r>
            <a:endParaRPr sz="1600"/>
          </a:p>
        </p:txBody>
      </p:sp>
      <p:sp>
        <p:nvSpPr>
          <p:cNvPr id="850" name="Google Shape;850;p88"/>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51" name="Google Shape;851;p88"/>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
        <p:nvSpPr>
          <p:cNvPr id="852" name="Google Shape;852;p88"/>
          <p:cNvSpPr txBox="1"/>
          <p:nvPr/>
        </p:nvSpPr>
        <p:spPr>
          <a:xfrm>
            <a:off x="2830650" y="82025"/>
            <a:ext cx="6226200" cy="64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latin typeface="Work Sans"/>
                <a:ea typeface="Work Sans"/>
                <a:cs typeface="Work Sans"/>
                <a:sym typeface="Work Sans"/>
              </a:rPr>
              <a:t>4.4 Fermat’s Little Theorem</a:t>
            </a:r>
            <a:endParaRPr b="1" sz="2400">
              <a:solidFill>
                <a:schemeClr val="lt2"/>
              </a:solidFill>
              <a:latin typeface="Work Sans"/>
              <a:ea typeface="Work Sans"/>
              <a:cs typeface="Work Sans"/>
              <a:sym typeface="Work Sans"/>
            </a:endParaRPr>
          </a:p>
          <a:p>
            <a:pPr indent="0" lvl="0" marL="0" rtl="0" algn="ctr">
              <a:spcBef>
                <a:spcPts val="0"/>
              </a:spcBef>
              <a:spcAft>
                <a:spcPts val="0"/>
              </a:spcAft>
              <a:buNone/>
            </a:pPr>
            <a:r>
              <a:t/>
            </a:r>
            <a:endParaRPr sz="2400">
              <a:solidFill>
                <a:schemeClr val="dk1"/>
              </a:solidFill>
              <a:latin typeface="Work Sans"/>
              <a:ea typeface="Work Sans"/>
              <a:cs typeface="Work Sans"/>
              <a:sym typeface="Work Sans"/>
            </a:endParaRPr>
          </a:p>
          <a:p>
            <a:pPr indent="0" lvl="0" marL="0" rtl="0" algn="ctr">
              <a:spcBef>
                <a:spcPts val="0"/>
              </a:spcBef>
              <a:spcAft>
                <a:spcPts val="0"/>
              </a:spcAft>
              <a:buNone/>
            </a:pPr>
            <a:r>
              <a:t/>
            </a:r>
            <a:endParaRPr sz="2400">
              <a:solidFill>
                <a:schemeClr val="dk1"/>
              </a:solidFill>
              <a:latin typeface="Work Sans"/>
              <a:ea typeface="Work Sans"/>
              <a:cs typeface="Work Sans"/>
              <a:sym typeface="Work Sans"/>
            </a:endParaRPr>
          </a:p>
        </p:txBody>
      </p:sp>
      <p:sp>
        <p:nvSpPr>
          <p:cNvPr id="853" name="Google Shape;853;p88"/>
          <p:cNvSpPr txBox="1"/>
          <p:nvPr>
            <p:ph idx="1" type="subTitle"/>
          </p:nvPr>
        </p:nvSpPr>
        <p:spPr>
          <a:xfrm>
            <a:off x="564525" y="2283300"/>
            <a:ext cx="8492400" cy="24120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None/>
            </a:pPr>
            <a:r>
              <a:rPr b="1" lang="en" sz="1600">
                <a:solidFill>
                  <a:schemeClr val="dk1"/>
                </a:solidFill>
              </a:rPr>
              <a:t>A second version</a:t>
            </a:r>
            <a:r>
              <a:rPr lang="en" sz="1600"/>
              <a:t> of the theorem states that:</a:t>
            </a:r>
            <a:endParaRPr sz="1600"/>
          </a:p>
          <a:p>
            <a:pPr indent="0" lvl="0" marL="0" rtl="0" algn="ctr">
              <a:lnSpc>
                <a:spcPct val="115000"/>
              </a:lnSpc>
              <a:spcBef>
                <a:spcPts val="0"/>
              </a:spcBef>
              <a:spcAft>
                <a:spcPts val="0"/>
              </a:spcAft>
              <a:buClr>
                <a:schemeClr val="dk1"/>
              </a:buClr>
              <a:buSzPts val="1100"/>
              <a:buNone/>
            </a:pPr>
            <a:r>
              <a:rPr lang="en" sz="1600"/>
              <a:t> for any integer </a:t>
            </a:r>
            <a:r>
              <a:rPr i="1" lang="en" sz="1600"/>
              <a:t>a</a:t>
            </a:r>
            <a:r>
              <a:rPr lang="en" sz="1600"/>
              <a:t>, whether or not it’s divisible by ppp:</a:t>
            </a:r>
            <a:endParaRPr sz="1600"/>
          </a:p>
          <a:p>
            <a:pPr indent="0" lvl="0" marL="0" rtl="0" algn="ctr">
              <a:lnSpc>
                <a:spcPct val="115000"/>
              </a:lnSpc>
              <a:spcBef>
                <a:spcPts val="0"/>
              </a:spcBef>
              <a:spcAft>
                <a:spcPts val="0"/>
              </a:spcAft>
              <a:buClr>
                <a:schemeClr val="dk1"/>
              </a:buClr>
              <a:buSzPts val="1100"/>
              <a:buNone/>
            </a:pPr>
            <a:r>
              <a:rPr lang="en" sz="1600"/>
              <a:t> a</a:t>
            </a:r>
            <a:r>
              <a:rPr baseline="30000" lang="en" sz="1600"/>
              <a:t>p</a:t>
            </a:r>
            <a:r>
              <a:rPr lang="en" sz="1600"/>
              <a:t>≡a (mod p)</a:t>
            </a:r>
            <a:endParaRPr sz="1600"/>
          </a:p>
          <a:p>
            <a:pPr indent="0" lvl="0" marL="0" rtl="0" algn="ctr">
              <a:lnSpc>
                <a:spcPct val="115000"/>
              </a:lnSpc>
              <a:spcBef>
                <a:spcPts val="0"/>
              </a:spcBef>
              <a:spcAft>
                <a:spcPts val="0"/>
              </a:spcAft>
              <a:buClr>
                <a:schemeClr val="dk1"/>
              </a:buClr>
              <a:buSzPts val="1100"/>
              <a:buNone/>
            </a:pPr>
            <a:r>
              <a:rPr lang="en" sz="1600"/>
              <a:t> This means that raising </a:t>
            </a:r>
            <a:r>
              <a:rPr i="1" lang="en" sz="1600"/>
              <a:t>a </a:t>
            </a:r>
            <a:r>
              <a:rPr lang="en" sz="1600"/>
              <a:t>to the power of </a:t>
            </a:r>
            <a:r>
              <a:rPr i="1" lang="en" sz="1600"/>
              <a:t>p </a:t>
            </a:r>
            <a:r>
              <a:rPr lang="en" sz="1600"/>
              <a:t>and then dividing by </a:t>
            </a:r>
            <a:r>
              <a:rPr i="1" lang="en" sz="1600"/>
              <a:t>p </a:t>
            </a:r>
            <a:r>
              <a:rPr lang="en" sz="1600"/>
              <a:t>gives the same remainder as just dividing </a:t>
            </a:r>
            <a:r>
              <a:rPr i="1" lang="en" sz="1600"/>
              <a:t>a by p</a:t>
            </a:r>
            <a:endParaRPr i="1" sz="1600"/>
          </a:p>
          <a:p>
            <a:pPr indent="0" lvl="0" marL="0" rtl="0" algn="ctr">
              <a:lnSpc>
                <a:spcPct val="115000"/>
              </a:lnSpc>
              <a:spcBef>
                <a:spcPts val="0"/>
              </a:spcBef>
              <a:spcAft>
                <a:spcPts val="0"/>
              </a:spcAft>
              <a:buClr>
                <a:schemeClr val="dk1"/>
              </a:buClr>
              <a:buSzPts val="1100"/>
              <a:buNone/>
            </a:pPr>
            <a:r>
              <a:t/>
            </a:r>
            <a:endParaRPr sz="1600"/>
          </a:p>
          <a:p>
            <a:pPr indent="0" lvl="0" marL="0" rtl="0" algn="ctr">
              <a:lnSpc>
                <a:spcPct val="115000"/>
              </a:lnSpc>
              <a:spcBef>
                <a:spcPts val="0"/>
              </a:spcBef>
              <a:spcAft>
                <a:spcPts val="0"/>
              </a:spcAft>
              <a:buClr>
                <a:schemeClr val="dk1"/>
              </a:buClr>
              <a:buSzPts val="1100"/>
              <a:buNone/>
            </a:pPr>
            <a:r>
              <a:t/>
            </a:r>
            <a:endParaRPr sz="1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9"/>
          <p:cNvSpPr txBox="1"/>
          <p:nvPr>
            <p:ph type="title"/>
          </p:nvPr>
        </p:nvSpPr>
        <p:spPr>
          <a:xfrm>
            <a:off x="671775" y="0"/>
            <a:ext cx="77835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t>4.5 Pseudoprimes</a:t>
            </a:r>
            <a:endParaRPr b="1" sz="2400"/>
          </a:p>
        </p:txBody>
      </p:sp>
      <p:sp>
        <p:nvSpPr>
          <p:cNvPr id="859" name="Google Shape;859;p89"/>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60" name="Google Shape;860;p89"/>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61" name="Google Shape;861;p89"/>
          <p:cNvSpPr txBox="1"/>
          <p:nvPr/>
        </p:nvSpPr>
        <p:spPr>
          <a:xfrm>
            <a:off x="589600" y="739700"/>
            <a:ext cx="8212200" cy="297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latin typeface="Work Sans Medium"/>
                <a:ea typeface="Work Sans Medium"/>
                <a:cs typeface="Work Sans Medium"/>
                <a:sym typeface="Work Sans Medium"/>
              </a:rPr>
              <a:t>Fermat’s Little Theorem: If n is prime, then for any number b, raising b to n−</a:t>
            </a:r>
            <a:r>
              <a:rPr lang="en" sz="1600">
                <a:solidFill>
                  <a:schemeClr val="dk1"/>
                </a:solidFill>
                <a:latin typeface="Work Sans Medium"/>
                <a:ea typeface="Work Sans Medium"/>
                <a:cs typeface="Work Sans Medium"/>
                <a:sym typeface="Work Sans Medium"/>
              </a:rPr>
              <a:t>1 and</a:t>
            </a:r>
            <a:r>
              <a:rPr lang="en" sz="1600">
                <a:solidFill>
                  <a:schemeClr val="dk1"/>
                </a:solidFill>
                <a:latin typeface="Work Sans Medium"/>
                <a:ea typeface="Work Sans Medium"/>
                <a:cs typeface="Work Sans Medium"/>
                <a:sym typeface="Work Sans Medium"/>
              </a:rPr>
              <a:t> dividing by n </a:t>
            </a:r>
            <a:r>
              <a:rPr lang="en" sz="1600">
                <a:solidFill>
                  <a:schemeClr val="dk1"/>
                </a:solidFill>
                <a:latin typeface="Work Sans Medium"/>
                <a:ea typeface="Work Sans Medium"/>
                <a:cs typeface="Work Sans Medium"/>
                <a:sym typeface="Work Sans Medium"/>
              </a:rPr>
              <a:t>should</a:t>
            </a:r>
            <a:r>
              <a:rPr lang="en" sz="1600">
                <a:solidFill>
                  <a:schemeClr val="dk1"/>
                </a:solidFill>
                <a:latin typeface="Work Sans Medium"/>
                <a:ea typeface="Work Sans Medium"/>
                <a:cs typeface="Work Sans Medium"/>
                <a:sym typeface="Work Sans Medium"/>
              </a:rPr>
              <a:t> always leave a remainder of 1.</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b="1" lang="en" sz="1600">
                <a:solidFill>
                  <a:schemeClr val="lt1"/>
                </a:solidFill>
                <a:latin typeface="Work Sans"/>
                <a:ea typeface="Work Sans"/>
                <a:cs typeface="Work Sans"/>
                <a:sym typeface="Work Sans"/>
              </a:rPr>
              <a:t>The Problem:</a:t>
            </a:r>
            <a:r>
              <a:rPr lang="en" sz="1600">
                <a:solidFill>
                  <a:schemeClr val="dk1"/>
                </a:solidFill>
                <a:latin typeface="Work Sans Medium"/>
                <a:ea typeface="Work Sans Medium"/>
                <a:cs typeface="Work Sans Medium"/>
                <a:sym typeface="Work Sans Medium"/>
              </a:rPr>
              <a:t> Some composite numbers (not prime) also satisfy this rule, falsely appearing prime—these are called pseudoprimes.</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lang="en" sz="1600">
                <a:solidFill>
                  <a:schemeClr val="dk1"/>
                </a:solidFill>
                <a:latin typeface="Work Sans Medium"/>
                <a:ea typeface="Work Sans Medium"/>
                <a:cs typeface="Work Sans Medium"/>
                <a:sym typeface="Work Sans Medium"/>
              </a:rPr>
              <a:t>Example: 341 is composite (11×31), but it passes Fermat’s test for base 2, making it a pseudoprime.</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Clr>
                <a:schemeClr val="dk1"/>
              </a:buClr>
              <a:buSzPts val="1100"/>
              <a:buFont typeface="Arial"/>
              <a:buNone/>
            </a:pPr>
            <a:r>
              <a:t/>
            </a:r>
            <a:endParaRPr sz="1600">
              <a:solidFill>
                <a:schemeClr val="dk1"/>
              </a:solidFill>
              <a:latin typeface="Work Sans Medium"/>
              <a:ea typeface="Work Sans Medium"/>
              <a:cs typeface="Work Sans Medium"/>
              <a:sym typeface="Work Sans Medium"/>
            </a:endParaRPr>
          </a:p>
          <a:p>
            <a:pPr indent="0" lvl="0" marL="0" rtl="0" algn="l">
              <a:lnSpc>
                <a:spcPct val="115000"/>
              </a:lnSpc>
              <a:spcBef>
                <a:spcPts val="0"/>
              </a:spcBef>
              <a:spcAft>
                <a:spcPts val="0"/>
              </a:spcAft>
              <a:buNone/>
            </a:pPr>
            <a:r>
              <a:rPr b="1" lang="en" sz="1600">
                <a:solidFill>
                  <a:schemeClr val="lt1"/>
                </a:solidFill>
                <a:latin typeface="Work Sans"/>
                <a:ea typeface="Work Sans"/>
                <a:cs typeface="Work Sans"/>
                <a:sym typeface="Work Sans"/>
              </a:rPr>
              <a:t>Carmichael Numbers:</a:t>
            </a:r>
            <a:r>
              <a:rPr lang="en" sz="1600">
                <a:solidFill>
                  <a:schemeClr val="dk1"/>
                </a:solidFill>
                <a:latin typeface="Work Sans Medium"/>
                <a:ea typeface="Work Sans Medium"/>
                <a:cs typeface="Work Sans Medium"/>
                <a:sym typeface="Work Sans Medium"/>
              </a:rPr>
              <a:t> Special pseudoprimes that fool Fermat’s test for all bases (e.g., 561).</a:t>
            </a:r>
            <a:endParaRPr sz="1600">
              <a:solidFill>
                <a:schemeClr val="dk1"/>
              </a:solidFill>
              <a:latin typeface="Work Sans Medium"/>
              <a:ea typeface="Work Sans Medium"/>
              <a:cs typeface="Work Sans Medium"/>
              <a:sym typeface="Work Sans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90"/>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67" name="Google Shape;867;p90"/>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68" name="Google Shape;868;p90"/>
          <p:cNvSpPr txBox="1"/>
          <p:nvPr/>
        </p:nvSpPr>
        <p:spPr>
          <a:xfrm>
            <a:off x="589600" y="140375"/>
            <a:ext cx="3925200" cy="428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chemeClr val="lt2"/>
                </a:solidFill>
                <a:latin typeface="Work Sans"/>
                <a:ea typeface="Work Sans"/>
                <a:cs typeface="Work Sans"/>
                <a:sym typeface="Work Sans"/>
              </a:rPr>
              <a:t>4.6.1 Primitive Roots</a:t>
            </a:r>
            <a:endParaRPr b="1" sz="1700">
              <a:solidFill>
                <a:schemeClr val="lt2"/>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A primitive root of a prime </a:t>
            </a:r>
            <a:r>
              <a:rPr i="1" lang="en" sz="1700">
                <a:solidFill>
                  <a:schemeClr val="dk1"/>
                </a:solidFill>
                <a:latin typeface="Work Sans"/>
                <a:ea typeface="Work Sans"/>
                <a:cs typeface="Work Sans"/>
                <a:sym typeface="Work Sans"/>
              </a:rPr>
              <a:t>p </a:t>
            </a:r>
            <a:r>
              <a:rPr lang="en" sz="1700">
                <a:solidFill>
                  <a:schemeClr val="dk1"/>
                </a:solidFill>
                <a:latin typeface="Work Sans"/>
                <a:ea typeface="Work Sans"/>
                <a:cs typeface="Work Sans"/>
                <a:sym typeface="Work Sans"/>
              </a:rPr>
              <a:t>is a number </a:t>
            </a:r>
            <a:r>
              <a:rPr i="1" lang="en" sz="1700">
                <a:solidFill>
                  <a:schemeClr val="dk1"/>
                </a:solidFill>
                <a:latin typeface="Work Sans"/>
                <a:ea typeface="Work Sans"/>
                <a:cs typeface="Work Sans"/>
                <a:sym typeface="Work Sans"/>
              </a:rPr>
              <a:t>r </a:t>
            </a:r>
            <a:r>
              <a:rPr lang="en" sz="1700">
                <a:solidFill>
                  <a:schemeClr val="dk1"/>
                </a:solidFill>
                <a:latin typeface="Work Sans"/>
                <a:ea typeface="Work Sans"/>
                <a:cs typeface="Work Sans"/>
                <a:sym typeface="Work Sans"/>
              </a:rPr>
              <a:t>that, when raised to different powers modulo </a:t>
            </a:r>
            <a:r>
              <a:rPr i="1" lang="en" sz="1700">
                <a:solidFill>
                  <a:schemeClr val="dk1"/>
                </a:solidFill>
                <a:latin typeface="Work Sans"/>
                <a:ea typeface="Work Sans"/>
                <a:cs typeface="Work Sans"/>
                <a:sym typeface="Work Sans"/>
              </a:rPr>
              <a:t>p,</a:t>
            </a:r>
            <a:r>
              <a:rPr lang="en" sz="1700">
                <a:solidFill>
                  <a:schemeClr val="dk1"/>
                </a:solidFill>
                <a:latin typeface="Work Sans"/>
                <a:ea typeface="Work Sans"/>
                <a:cs typeface="Work Sans"/>
                <a:sym typeface="Work Sans"/>
              </a:rPr>
              <a:t> generates all numbers from </a:t>
            </a:r>
            <a:r>
              <a:rPr i="1" lang="en" sz="1700">
                <a:solidFill>
                  <a:schemeClr val="dk1"/>
                </a:solidFill>
                <a:latin typeface="Work Sans"/>
                <a:ea typeface="Work Sans"/>
                <a:cs typeface="Work Sans"/>
                <a:sym typeface="Work Sans"/>
              </a:rPr>
              <a:t>1 to</a:t>
            </a:r>
            <a:r>
              <a:rPr i="1" lang="en" sz="1700">
                <a:solidFill>
                  <a:schemeClr val="dk1"/>
                </a:solidFill>
                <a:latin typeface="Work Sans"/>
                <a:ea typeface="Work Sans"/>
                <a:cs typeface="Work Sans"/>
                <a:sym typeface="Work Sans"/>
              </a:rPr>
              <a:t> </a:t>
            </a:r>
            <a:r>
              <a:rPr i="1" lang="en" sz="1700">
                <a:solidFill>
                  <a:schemeClr val="dk1"/>
                </a:solidFill>
                <a:latin typeface="Work Sans"/>
                <a:ea typeface="Work Sans"/>
                <a:cs typeface="Work Sans"/>
                <a:sym typeface="Work Sans"/>
              </a:rPr>
              <a:t>p−1.</a:t>
            </a:r>
            <a:endParaRPr i="1"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u="sng">
                <a:solidFill>
                  <a:schemeClr val="dk1"/>
                </a:solidFill>
                <a:latin typeface="Work Sans"/>
                <a:ea typeface="Work Sans"/>
                <a:cs typeface="Work Sans"/>
                <a:sym typeface="Work Sans"/>
              </a:rPr>
              <a:t>Example:</a:t>
            </a:r>
            <a:r>
              <a:rPr b="1" lang="en" sz="1700">
                <a:solidFill>
                  <a:schemeClr val="dk1"/>
                </a:solidFill>
                <a:latin typeface="Work Sans"/>
                <a:ea typeface="Work Sans"/>
                <a:cs typeface="Work Sans"/>
                <a:sym typeface="Work Sans"/>
              </a:rPr>
              <a:t> </a:t>
            </a:r>
            <a:r>
              <a:rPr lang="en" sz="1700">
                <a:solidFill>
                  <a:schemeClr val="dk1"/>
                </a:solidFill>
                <a:latin typeface="Work Sans"/>
                <a:ea typeface="Work Sans"/>
                <a:cs typeface="Work Sans"/>
                <a:sym typeface="Work Sans"/>
              </a:rPr>
              <a:t>For p=11, 2 is a primitive root because:</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b="1" lang="en" sz="1700">
                <a:solidFill>
                  <a:schemeClr val="dk1"/>
                </a:solidFill>
                <a:latin typeface="Work Sans"/>
                <a:ea typeface="Work Sans"/>
                <a:cs typeface="Work Sans"/>
                <a:sym typeface="Work Sans"/>
              </a:rPr>
              <a:t>	2</a:t>
            </a:r>
            <a:r>
              <a:rPr b="1" baseline="30000" lang="en" sz="1700">
                <a:solidFill>
                  <a:schemeClr val="dk1"/>
                </a:solidFill>
                <a:latin typeface="Work Sans"/>
                <a:ea typeface="Work Sans"/>
                <a:cs typeface="Work Sans"/>
                <a:sym typeface="Work Sans"/>
              </a:rPr>
              <a:t>1</a:t>
            </a:r>
            <a:r>
              <a:rPr b="1" lang="en" sz="1700">
                <a:solidFill>
                  <a:schemeClr val="dk1"/>
                </a:solidFill>
                <a:latin typeface="Work Sans"/>
                <a:ea typeface="Work Sans"/>
                <a:cs typeface="Work Sans"/>
                <a:sym typeface="Work Sans"/>
              </a:rPr>
              <a:t>=2,2</a:t>
            </a:r>
            <a:r>
              <a:rPr b="1" baseline="30000" lang="en" sz="1700">
                <a:solidFill>
                  <a:schemeClr val="dk1"/>
                </a:solidFill>
                <a:latin typeface="Work Sans"/>
                <a:ea typeface="Work Sans"/>
                <a:cs typeface="Work Sans"/>
                <a:sym typeface="Work Sans"/>
              </a:rPr>
              <a:t>2</a:t>
            </a:r>
            <a:r>
              <a:rPr b="1" lang="en" sz="1700">
                <a:solidFill>
                  <a:schemeClr val="dk1"/>
                </a:solidFill>
                <a:latin typeface="Work Sans"/>
                <a:ea typeface="Work Sans"/>
                <a:cs typeface="Work Sans"/>
                <a:sym typeface="Work Sans"/>
              </a:rPr>
              <a:t>=4,2</a:t>
            </a:r>
            <a:r>
              <a:rPr b="1" baseline="30000" lang="en" sz="1700">
                <a:solidFill>
                  <a:schemeClr val="dk1"/>
                </a:solidFill>
                <a:latin typeface="Work Sans"/>
                <a:ea typeface="Work Sans"/>
                <a:cs typeface="Work Sans"/>
                <a:sym typeface="Work Sans"/>
              </a:rPr>
              <a:t>3</a:t>
            </a:r>
            <a:r>
              <a:rPr b="1" lang="en" sz="1700">
                <a:solidFill>
                  <a:schemeClr val="dk1"/>
                </a:solidFill>
                <a:latin typeface="Work Sans"/>
                <a:ea typeface="Work Sans"/>
                <a:cs typeface="Work Sans"/>
                <a:sym typeface="Work Sans"/>
              </a:rPr>
              <a:t>=8,2</a:t>
            </a:r>
            <a:r>
              <a:rPr b="1" baseline="30000" lang="en" sz="1700">
                <a:solidFill>
                  <a:schemeClr val="dk1"/>
                </a:solidFill>
                <a:latin typeface="Work Sans"/>
                <a:ea typeface="Work Sans"/>
                <a:cs typeface="Work Sans"/>
                <a:sym typeface="Work Sans"/>
              </a:rPr>
              <a:t>4</a:t>
            </a:r>
            <a:r>
              <a:rPr b="1" lang="en" sz="1700">
                <a:solidFill>
                  <a:schemeClr val="dk1"/>
                </a:solidFill>
                <a:latin typeface="Work Sans"/>
                <a:ea typeface="Work Sans"/>
                <a:cs typeface="Work Sans"/>
                <a:sym typeface="Work Sans"/>
              </a:rPr>
              <a:t>=5,…,2</a:t>
            </a:r>
            <a:r>
              <a:rPr b="1" baseline="30000" lang="en" sz="1700">
                <a:solidFill>
                  <a:schemeClr val="dk1"/>
                </a:solidFill>
                <a:latin typeface="Work Sans"/>
                <a:ea typeface="Work Sans"/>
                <a:cs typeface="Work Sans"/>
                <a:sym typeface="Work Sans"/>
              </a:rPr>
              <a:t>10</a:t>
            </a:r>
            <a:r>
              <a:rPr b="1" lang="en" sz="1700">
                <a:solidFill>
                  <a:schemeClr val="dk1"/>
                </a:solidFill>
                <a:latin typeface="Work Sans"/>
                <a:ea typeface="Work Sans"/>
                <a:cs typeface="Work Sans"/>
                <a:sym typeface="Work Sans"/>
              </a:rPr>
              <a:t>=1</a:t>
            </a:r>
            <a:endParaRPr b="1" sz="17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None/>
            </a:pPr>
            <a:r>
              <a:rPr lang="en" sz="1700">
                <a:solidFill>
                  <a:schemeClr val="dk1"/>
                </a:solidFill>
                <a:latin typeface="Work Sans"/>
                <a:ea typeface="Work Sans"/>
                <a:cs typeface="Work Sans"/>
                <a:sym typeface="Work Sans"/>
              </a:rPr>
              <a:t>This sequence includes all numbers from 1 to 10, meaning 2 is a primitive root modulo 11.</a:t>
            </a:r>
            <a:endParaRPr sz="1700">
              <a:solidFill>
                <a:schemeClr val="dk1"/>
              </a:solidFill>
              <a:latin typeface="Work Sans"/>
              <a:ea typeface="Work Sans"/>
              <a:cs typeface="Work Sans"/>
              <a:sym typeface="Work Sans"/>
            </a:endParaRPr>
          </a:p>
        </p:txBody>
      </p:sp>
      <p:sp>
        <p:nvSpPr>
          <p:cNvPr id="869" name="Google Shape;869;p90"/>
          <p:cNvSpPr txBox="1"/>
          <p:nvPr/>
        </p:nvSpPr>
        <p:spPr>
          <a:xfrm>
            <a:off x="4757325" y="140375"/>
            <a:ext cx="4212300" cy="47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solidFill>
                  <a:schemeClr val="lt2"/>
                </a:solidFill>
                <a:latin typeface="Work Sans"/>
                <a:ea typeface="Work Sans"/>
                <a:cs typeface="Work Sans"/>
                <a:sym typeface="Work Sans"/>
              </a:rPr>
              <a:t>4.6.2 Discrete Logarithms</a:t>
            </a:r>
            <a:endParaRPr b="1" sz="1700">
              <a:solidFill>
                <a:schemeClr val="lt2"/>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b="1" sz="1700">
              <a:solidFill>
                <a:schemeClr val="dk1"/>
              </a:solidFill>
              <a:latin typeface="Work Sans"/>
              <a:ea typeface="Work Sans"/>
              <a:cs typeface="Work Sans"/>
              <a:sym typeface="Work Sans"/>
            </a:endParaRPr>
          </a:p>
          <a:p>
            <a:pPr indent="0" lvl="0" marL="0" rtl="0" algn="l">
              <a:spcBef>
                <a:spcPts val="0"/>
              </a:spcBef>
              <a:spcAft>
                <a:spcPts val="0"/>
              </a:spcAft>
              <a:buNone/>
            </a:pPr>
            <a:r>
              <a:rPr lang="en" sz="1700">
                <a:solidFill>
                  <a:schemeClr val="dk1"/>
                </a:solidFill>
                <a:latin typeface="Work Sans"/>
                <a:ea typeface="Work Sans"/>
                <a:cs typeface="Work Sans"/>
                <a:sym typeface="Work Sans"/>
              </a:rPr>
              <a:t>The discrete logarithm is the reverse of exponentiation in modular arithmetic.</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u="sng">
                <a:solidFill>
                  <a:schemeClr val="dk1"/>
                </a:solidFill>
                <a:latin typeface="Work Sans"/>
                <a:ea typeface="Work Sans"/>
                <a:cs typeface="Work Sans"/>
                <a:sym typeface="Work Sans"/>
              </a:rPr>
              <a:t>Example:</a:t>
            </a:r>
            <a:r>
              <a:rPr b="1" lang="en" sz="1700">
                <a:solidFill>
                  <a:schemeClr val="dk1"/>
                </a:solidFill>
                <a:latin typeface="Work Sans"/>
                <a:ea typeface="Work Sans"/>
                <a:cs typeface="Work Sans"/>
                <a:sym typeface="Work Sans"/>
              </a:rPr>
              <a:t> </a:t>
            </a:r>
            <a:r>
              <a:rPr lang="en" sz="1700">
                <a:solidFill>
                  <a:schemeClr val="dk1"/>
                </a:solidFill>
                <a:latin typeface="Work Sans"/>
                <a:ea typeface="Work Sans"/>
                <a:cs typeface="Work Sans"/>
                <a:sym typeface="Work Sans"/>
              </a:rPr>
              <a:t>If</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	2</a:t>
            </a:r>
            <a:r>
              <a:rPr b="1" baseline="30000" lang="en" sz="1700">
                <a:solidFill>
                  <a:schemeClr val="dk1"/>
                </a:solidFill>
                <a:latin typeface="Work Sans"/>
                <a:ea typeface="Work Sans"/>
                <a:cs typeface="Work Sans"/>
                <a:sym typeface="Work Sans"/>
              </a:rPr>
              <a:t>8</a:t>
            </a:r>
            <a:r>
              <a:rPr lang="en" sz="1700">
                <a:solidFill>
                  <a:schemeClr val="dk1"/>
                </a:solidFill>
                <a:latin typeface="Work Sans"/>
                <a:ea typeface="Work Sans"/>
                <a:cs typeface="Work Sans"/>
                <a:sym typeface="Work Sans"/>
              </a:rPr>
              <a:t>≡</a:t>
            </a:r>
            <a:r>
              <a:rPr lang="en" sz="1700">
                <a:solidFill>
                  <a:schemeClr val="dk1"/>
                </a:solidFill>
                <a:latin typeface="Work Sans"/>
                <a:ea typeface="Work Sans"/>
                <a:cs typeface="Work Sans"/>
                <a:sym typeface="Work Sans"/>
              </a:rPr>
              <a:t>3 mod</a:t>
            </a:r>
            <a:r>
              <a:rPr lang="en" sz="1700">
                <a:solidFill>
                  <a:schemeClr val="dk1"/>
                </a:solidFill>
                <a:latin typeface="Work Sans"/>
                <a:ea typeface="Work Sans"/>
                <a:cs typeface="Work Sans"/>
                <a:sym typeface="Work Sans"/>
              </a:rPr>
              <a:t>  11</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then the discrete logarithm of 3 to base 2 (mod 11) is 8, written as:</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	log⁡</a:t>
            </a:r>
            <a:r>
              <a:rPr baseline="-25000" lang="en" sz="1700">
                <a:solidFill>
                  <a:schemeClr val="dk1"/>
                </a:solidFill>
                <a:latin typeface="Work Sans"/>
                <a:ea typeface="Work Sans"/>
                <a:cs typeface="Work Sans"/>
                <a:sym typeface="Work Sans"/>
              </a:rPr>
              <a:t>2</a:t>
            </a:r>
            <a:r>
              <a:rPr lang="en" sz="1700">
                <a:solidFill>
                  <a:schemeClr val="dk1"/>
                </a:solidFill>
                <a:latin typeface="Work Sans"/>
                <a:ea typeface="Work Sans"/>
                <a:cs typeface="Work Sans"/>
                <a:sym typeface="Work Sans"/>
              </a:rPr>
              <a:t>3=</a:t>
            </a:r>
            <a:r>
              <a:rPr lang="en" sz="1700">
                <a:solidFill>
                  <a:schemeClr val="dk1"/>
                </a:solidFill>
                <a:latin typeface="Work Sans"/>
                <a:ea typeface="Work Sans"/>
                <a:cs typeface="Work Sans"/>
                <a:sym typeface="Work Sans"/>
              </a:rPr>
              <a:t>8 mod</a:t>
            </a:r>
            <a:r>
              <a:rPr lang="en" sz="1700">
                <a:solidFill>
                  <a:schemeClr val="dk1"/>
                </a:solidFill>
                <a:latin typeface="Work Sans"/>
                <a:ea typeface="Work Sans"/>
                <a:cs typeface="Work Sans"/>
                <a:sym typeface="Work Sans"/>
              </a:rPr>
              <a:t>  11</a:t>
            </a:r>
            <a:endParaRPr sz="1700">
              <a:solidFill>
                <a:schemeClr val="dk1"/>
              </a:solidFill>
              <a:latin typeface="Work Sans"/>
              <a:ea typeface="Work Sans"/>
              <a:cs typeface="Work Sans"/>
              <a:sym typeface="Work Sans"/>
            </a:endParaRPr>
          </a:p>
          <a:p>
            <a:pPr indent="0" lvl="0" marL="0" rtl="0" algn="l">
              <a:spcBef>
                <a:spcPts val="0"/>
              </a:spcBef>
              <a:spcAft>
                <a:spcPts val="0"/>
              </a:spcAft>
              <a:buClr>
                <a:schemeClr val="dk1"/>
              </a:buClr>
              <a:buSzPts val="1100"/>
              <a:buFont typeface="Arial"/>
              <a:buNone/>
            </a:pPr>
            <a:r>
              <a:rPr lang="en" sz="1700">
                <a:solidFill>
                  <a:schemeClr val="dk1"/>
                </a:solidFill>
                <a:latin typeface="Work Sans"/>
                <a:ea typeface="Work Sans"/>
                <a:cs typeface="Work Sans"/>
                <a:sym typeface="Work Sans"/>
              </a:rPr>
              <a:t>	</a:t>
            </a:r>
            <a:endParaRPr sz="1700">
              <a:solidFill>
                <a:schemeClr val="dk1"/>
              </a:solidFill>
              <a:latin typeface="Work Sans"/>
              <a:ea typeface="Work Sans"/>
              <a:cs typeface="Work Sans"/>
              <a:sym typeface="Work Sans"/>
            </a:endParaRPr>
          </a:p>
          <a:p>
            <a:pPr indent="0" lvl="0" marL="0" rtl="0" algn="l">
              <a:lnSpc>
                <a:spcPct val="100000"/>
              </a:lnSpc>
              <a:spcBef>
                <a:spcPts val="0"/>
              </a:spcBef>
              <a:spcAft>
                <a:spcPts val="0"/>
              </a:spcAft>
              <a:buNone/>
            </a:pPr>
            <a:r>
              <a:rPr lang="en" sz="1700" u="sng">
                <a:solidFill>
                  <a:schemeClr val="dk1"/>
                </a:solidFill>
                <a:latin typeface="Work Sans"/>
                <a:ea typeface="Work Sans"/>
                <a:cs typeface="Work Sans"/>
                <a:sym typeface="Work Sans"/>
              </a:rPr>
              <a:t>Importance:</a:t>
            </a:r>
            <a:r>
              <a:rPr lang="en" sz="1700">
                <a:solidFill>
                  <a:schemeClr val="dk1"/>
                </a:solidFill>
                <a:latin typeface="Work Sans"/>
                <a:ea typeface="Work Sans"/>
                <a:cs typeface="Work Sans"/>
                <a:sym typeface="Work Sans"/>
              </a:rPr>
              <a:t> Discrete logarithms are hard to compute for large numbers, making them useful for cryptography (e.g., Diffie-Hellman key exchange).</a:t>
            </a:r>
            <a:endParaRPr sz="1700">
              <a:solidFill>
                <a:schemeClr val="dk1"/>
              </a:solidFill>
              <a:latin typeface="Work Sans"/>
              <a:ea typeface="Work Sans"/>
              <a:cs typeface="Work Sans"/>
              <a:sym typeface="Work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91"/>
          <p:cNvSpPr txBox="1"/>
          <p:nvPr>
            <p:ph idx="1" type="body"/>
          </p:nvPr>
        </p:nvSpPr>
        <p:spPr>
          <a:xfrm>
            <a:off x="1043825" y="3093259"/>
            <a:ext cx="2161800" cy="847200"/>
          </a:xfrm>
          <a:prstGeom prst="rect">
            <a:avLst/>
          </a:prstGeom>
        </p:spPr>
        <p:txBody>
          <a:bodyPr anchorCtr="0" anchor="t" bIns="91425" lIns="91425" spcFirstLastPara="1" rIns="91425" wrap="square" tIns="91425">
            <a:noAutofit/>
          </a:bodyPr>
          <a:lstStyle/>
          <a:p>
            <a:pPr indent="0" lvl="0" marL="0" rtl="0" algn="ctr">
              <a:spcBef>
                <a:spcPts val="0"/>
              </a:spcBef>
              <a:spcAft>
                <a:spcPts val="1200"/>
              </a:spcAft>
              <a:buClr>
                <a:schemeClr val="dk1"/>
              </a:buClr>
              <a:buSzPts val="1100"/>
              <a:buNone/>
            </a:pPr>
            <a:r>
              <a:rPr lang="en"/>
              <a:t>How congruences help assign memory locations efficiently.</a:t>
            </a:r>
            <a:endParaRPr/>
          </a:p>
        </p:txBody>
      </p:sp>
      <p:sp>
        <p:nvSpPr>
          <p:cNvPr id="875" name="Google Shape;875;p91"/>
          <p:cNvSpPr txBox="1"/>
          <p:nvPr>
            <p:ph type="title"/>
          </p:nvPr>
        </p:nvSpPr>
        <p:spPr>
          <a:xfrm>
            <a:off x="468700" y="411200"/>
            <a:ext cx="8487300" cy="8472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None/>
            </a:pPr>
            <a:r>
              <a:rPr lang="en" sz="3400"/>
              <a:t>5. Applications of Congruences</a:t>
            </a:r>
            <a:endParaRPr sz="3400"/>
          </a:p>
        </p:txBody>
      </p:sp>
      <p:sp>
        <p:nvSpPr>
          <p:cNvPr id="876" name="Google Shape;876;p91"/>
          <p:cNvSpPr txBox="1"/>
          <p:nvPr>
            <p:ph idx="2" type="subTitle"/>
          </p:nvPr>
        </p:nvSpPr>
        <p:spPr>
          <a:xfrm>
            <a:off x="772025" y="2547000"/>
            <a:ext cx="2727300" cy="5031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None/>
            </a:pPr>
            <a:r>
              <a:rPr lang="en" sz="1600"/>
              <a:t>Hashing Functions</a:t>
            </a:r>
            <a:endParaRPr sz="1600"/>
          </a:p>
        </p:txBody>
      </p:sp>
      <p:sp>
        <p:nvSpPr>
          <p:cNvPr id="877" name="Google Shape;877;p91"/>
          <p:cNvSpPr txBox="1"/>
          <p:nvPr>
            <p:ph idx="3" type="body"/>
          </p:nvPr>
        </p:nvSpPr>
        <p:spPr>
          <a:xfrm>
            <a:off x="3684025" y="3133384"/>
            <a:ext cx="2161800" cy="84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None/>
            </a:pPr>
            <a:r>
              <a:rPr lang="en"/>
              <a:t>Using modular arithmetic to create random-like sequences.</a:t>
            </a:r>
            <a:endParaRPr/>
          </a:p>
          <a:p>
            <a:pPr indent="0" lvl="0" marL="0" rtl="0" algn="ctr">
              <a:spcBef>
                <a:spcPts val="1200"/>
              </a:spcBef>
              <a:spcAft>
                <a:spcPts val="0"/>
              </a:spcAft>
              <a:buClr>
                <a:schemeClr val="dk1"/>
              </a:buClr>
              <a:buSzPts val="1100"/>
              <a:buNone/>
            </a:pPr>
            <a:r>
              <a:t/>
            </a:r>
            <a:endParaRPr/>
          </a:p>
          <a:p>
            <a:pPr indent="0" lvl="0" marL="0" rtl="0" algn="ctr">
              <a:spcBef>
                <a:spcPts val="1200"/>
              </a:spcBef>
              <a:spcAft>
                <a:spcPts val="1200"/>
              </a:spcAft>
              <a:buClr>
                <a:schemeClr val="dk1"/>
              </a:buClr>
              <a:buSzPts val="1100"/>
              <a:buNone/>
            </a:pPr>
            <a:r>
              <a:t/>
            </a:r>
            <a:endParaRPr/>
          </a:p>
        </p:txBody>
      </p:sp>
      <p:sp>
        <p:nvSpPr>
          <p:cNvPr id="878" name="Google Shape;878;p91"/>
          <p:cNvSpPr txBox="1"/>
          <p:nvPr>
            <p:ph idx="4" type="subTitle"/>
          </p:nvPr>
        </p:nvSpPr>
        <p:spPr>
          <a:xfrm>
            <a:off x="3459075" y="2547000"/>
            <a:ext cx="2957700" cy="5031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None/>
            </a:pPr>
            <a:r>
              <a:rPr lang="en" sz="1600"/>
              <a:t>Pseudorandom Number Generation</a:t>
            </a:r>
            <a:endParaRPr sz="1600"/>
          </a:p>
        </p:txBody>
      </p:sp>
      <p:sp>
        <p:nvSpPr>
          <p:cNvPr id="879" name="Google Shape;879;p91"/>
          <p:cNvSpPr txBox="1"/>
          <p:nvPr>
            <p:ph idx="5" type="body"/>
          </p:nvPr>
        </p:nvSpPr>
        <p:spPr>
          <a:xfrm>
            <a:off x="6324225" y="3133379"/>
            <a:ext cx="2161800" cy="50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None/>
            </a:pPr>
            <a:r>
              <a:rPr lang="en"/>
              <a:t> Ensuring accuracy in identification numbers</a:t>
            </a:r>
            <a:r>
              <a:rPr lang="en"/>
              <a:t>.</a:t>
            </a:r>
            <a:endParaRPr/>
          </a:p>
          <a:p>
            <a:pPr indent="0" lvl="0" marL="0" rtl="0" algn="ctr">
              <a:spcBef>
                <a:spcPts val="1200"/>
              </a:spcBef>
              <a:spcAft>
                <a:spcPts val="0"/>
              </a:spcAft>
              <a:buClr>
                <a:schemeClr val="dk1"/>
              </a:buClr>
              <a:buSzPts val="1100"/>
              <a:buNone/>
            </a:pPr>
            <a:r>
              <a:t/>
            </a:r>
            <a:endParaRPr/>
          </a:p>
          <a:p>
            <a:pPr indent="0" lvl="0" marL="0" rtl="0" algn="ctr">
              <a:spcBef>
                <a:spcPts val="1200"/>
              </a:spcBef>
              <a:spcAft>
                <a:spcPts val="1200"/>
              </a:spcAft>
              <a:buClr>
                <a:schemeClr val="dk1"/>
              </a:buClr>
              <a:buSzPts val="1100"/>
              <a:buNone/>
            </a:pPr>
            <a:r>
              <a:t/>
            </a:r>
            <a:endParaRPr/>
          </a:p>
        </p:txBody>
      </p:sp>
      <p:sp>
        <p:nvSpPr>
          <p:cNvPr id="880" name="Google Shape;880;p91"/>
          <p:cNvSpPr txBox="1"/>
          <p:nvPr>
            <p:ph idx="6" type="subTitle"/>
          </p:nvPr>
        </p:nvSpPr>
        <p:spPr>
          <a:xfrm>
            <a:off x="6324225" y="2547008"/>
            <a:ext cx="2161800" cy="5031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None/>
            </a:pPr>
            <a:r>
              <a:rPr lang="en"/>
              <a:t>Check Digits</a:t>
            </a:r>
            <a:endParaRPr/>
          </a:p>
        </p:txBody>
      </p:sp>
      <p:sp>
        <p:nvSpPr>
          <p:cNvPr id="881" name="Google Shape;881;p91"/>
          <p:cNvSpPr txBox="1"/>
          <p:nvPr>
            <p:ph idx="7"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82" name="Google Shape;882;p91"/>
          <p:cNvSpPr txBox="1"/>
          <p:nvPr>
            <p:ph idx="8"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92"/>
          <p:cNvSpPr txBox="1"/>
          <p:nvPr>
            <p:ph type="title"/>
          </p:nvPr>
        </p:nvSpPr>
        <p:spPr>
          <a:xfrm>
            <a:off x="328350" y="84350"/>
            <a:ext cx="8487300" cy="12591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b="1" lang="en" sz="4000">
                <a:solidFill>
                  <a:schemeClr val="lt1"/>
                </a:solidFill>
              </a:rPr>
              <a:t>6. Cryptography</a:t>
            </a:r>
            <a:endParaRPr sz="4000"/>
          </a:p>
        </p:txBody>
      </p:sp>
      <p:sp>
        <p:nvSpPr>
          <p:cNvPr id="888" name="Google Shape;888;p92"/>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89" name="Google Shape;889;p92"/>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90" name="Google Shape;890;p92"/>
          <p:cNvSpPr/>
          <p:nvPr/>
        </p:nvSpPr>
        <p:spPr>
          <a:xfrm>
            <a:off x="751975" y="1343525"/>
            <a:ext cx="7720200" cy="2907600"/>
          </a:xfrm>
          <a:prstGeom prst="horizontalScroll">
            <a:avLst>
              <a:gd fmla="val 12500" name="adj"/>
            </a:avLst>
          </a:prstGeom>
          <a:solidFill>
            <a:schemeClr val="accen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Work Sans"/>
                <a:ea typeface="Work Sans"/>
                <a:cs typeface="Work Sans"/>
                <a:sym typeface="Work Sans"/>
              </a:rPr>
              <a:t>Cryptography </a:t>
            </a:r>
            <a:r>
              <a:rPr lang="en">
                <a:latin typeface="Work Sans"/>
                <a:ea typeface="Work Sans"/>
                <a:cs typeface="Work Sans"/>
                <a:sym typeface="Work Sans"/>
              </a:rPr>
              <a:t>is the practice of securing information so that only intended recipients can understand it.</a:t>
            </a:r>
            <a:endParaRPr>
              <a:latin typeface="Work Sans"/>
              <a:ea typeface="Work Sans"/>
              <a:cs typeface="Work Sans"/>
              <a:sym typeface="Work Sans"/>
            </a:endParaRPr>
          </a:p>
          <a:p>
            <a:pPr indent="0" lvl="0" marL="0" rtl="0" algn="ctr">
              <a:spcBef>
                <a:spcPts val="0"/>
              </a:spcBef>
              <a:spcAft>
                <a:spcPts val="0"/>
              </a:spcAft>
              <a:buNone/>
            </a:pPr>
            <a:r>
              <a:t/>
            </a:r>
            <a:endParaRPr>
              <a:latin typeface="Work Sans"/>
              <a:ea typeface="Work Sans"/>
              <a:cs typeface="Work Sans"/>
              <a:sym typeface="Work Sans"/>
            </a:endParaRPr>
          </a:p>
          <a:p>
            <a:pPr indent="0" lvl="0" marL="0" rtl="0" algn="ctr">
              <a:spcBef>
                <a:spcPts val="0"/>
              </a:spcBef>
              <a:spcAft>
                <a:spcPts val="0"/>
              </a:spcAft>
              <a:buNone/>
            </a:pPr>
            <a:r>
              <a:rPr lang="en">
                <a:latin typeface="Work Sans"/>
                <a:ea typeface="Work Sans"/>
                <a:cs typeface="Work Sans"/>
                <a:sym typeface="Work Sans"/>
              </a:rPr>
              <a:t>It has been used for thousands of years, initially with simple substitution techniques like the Caesar cipher.</a:t>
            </a:r>
            <a:endParaRPr>
              <a:latin typeface="Work Sans"/>
              <a:ea typeface="Work Sans"/>
              <a:cs typeface="Work Sans"/>
              <a:sym typeface="Work Sans"/>
            </a:endParaRPr>
          </a:p>
          <a:p>
            <a:pPr indent="0" lvl="0" marL="0" rtl="0" algn="ctr">
              <a:spcBef>
                <a:spcPts val="0"/>
              </a:spcBef>
              <a:spcAft>
                <a:spcPts val="0"/>
              </a:spcAft>
              <a:buNone/>
            </a:pPr>
            <a:r>
              <a:t/>
            </a:r>
            <a:endParaRPr>
              <a:latin typeface="Work Sans"/>
              <a:ea typeface="Work Sans"/>
              <a:cs typeface="Work Sans"/>
              <a:sym typeface="Work Sans"/>
            </a:endParaRPr>
          </a:p>
          <a:p>
            <a:pPr indent="0" lvl="0" marL="0" rtl="0" algn="ctr">
              <a:spcBef>
                <a:spcPts val="0"/>
              </a:spcBef>
              <a:spcAft>
                <a:spcPts val="0"/>
              </a:spcAft>
              <a:buNone/>
            </a:pPr>
            <a:r>
              <a:rPr b="1" lang="en">
                <a:latin typeface="Work Sans"/>
                <a:ea typeface="Work Sans"/>
                <a:cs typeface="Work Sans"/>
                <a:sym typeface="Work Sans"/>
              </a:rPr>
              <a:t>Modern cryptography</a:t>
            </a:r>
            <a:r>
              <a:rPr lang="en">
                <a:latin typeface="Work Sans"/>
                <a:ea typeface="Work Sans"/>
                <a:cs typeface="Work Sans"/>
                <a:sym typeface="Work Sans"/>
              </a:rPr>
              <a:t> is heavily based on </a:t>
            </a:r>
            <a:r>
              <a:rPr b="1" lang="en">
                <a:latin typeface="Work Sans"/>
                <a:ea typeface="Work Sans"/>
                <a:cs typeface="Work Sans"/>
                <a:sym typeface="Work Sans"/>
              </a:rPr>
              <a:t>number theory</a:t>
            </a:r>
            <a:r>
              <a:rPr lang="en">
                <a:latin typeface="Work Sans"/>
                <a:ea typeface="Work Sans"/>
                <a:cs typeface="Work Sans"/>
                <a:sym typeface="Work Sans"/>
              </a:rPr>
              <a:t>, particularly modular arithmetic and prime numbers.</a:t>
            </a:r>
            <a:endParaRPr>
              <a:latin typeface="Work Sans"/>
              <a:ea typeface="Work Sans"/>
              <a:cs typeface="Work Sans"/>
              <a:sym typeface="Work Sans"/>
            </a:endParaRPr>
          </a:p>
          <a:p>
            <a:pPr indent="0" lvl="0" marL="0" rtl="0" algn="ctr">
              <a:spcBef>
                <a:spcPts val="0"/>
              </a:spcBef>
              <a:spcAft>
                <a:spcPts val="0"/>
              </a:spcAft>
              <a:buNone/>
            </a:pPr>
            <a:r>
              <a:t/>
            </a:r>
            <a:endParaRPr>
              <a:latin typeface="Work Sans"/>
              <a:ea typeface="Work Sans"/>
              <a:cs typeface="Work Sans"/>
              <a:sym typeface="Work Sans"/>
            </a:endParaRPr>
          </a:p>
          <a:p>
            <a:pPr indent="0" lvl="0" marL="0" rtl="0" algn="ctr">
              <a:spcBef>
                <a:spcPts val="0"/>
              </a:spcBef>
              <a:spcAft>
                <a:spcPts val="0"/>
              </a:spcAft>
              <a:buNone/>
            </a:pPr>
            <a:r>
              <a:t/>
            </a:r>
            <a:endParaRPr>
              <a:latin typeface="Work Sans"/>
              <a:ea typeface="Work Sans"/>
              <a:cs typeface="Work Sans"/>
              <a:sym typeface="Work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93"/>
          <p:cNvSpPr txBox="1"/>
          <p:nvPr>
            <p:ph type="title"/>
          </p:nvPr>
        </p:nvSpPr>
        <p:spPr>
          <a:xfrm>
            <a:off x="1254500" y="0"/>
            <a:ext cx="72006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solidFill>
                  <a:schemeClr val="dk1"/>
                </a:solidFill>
              </a:rPr>
              <a:t>6.1 Types of Cryptographic Systems</a:t>
            </a:r>
            <a:endParaRPr b="1" sz="2400">
              <a:solidFill>
                <a:schemeClr val="dk1"/>
              </a:solidFill>
            </a:endParaRPr>
          </a:p>
        </p:txBody>
      </p:sp>
      <p:sp>
        <p:nvSpPr>
          <p:cNvPr id="896" name="Google Shape;896;p9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897" name="Google Shape;897;p9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898" name="Google Shape;898;p93"/>
          <p:cNvSpPr txBox="1"/>
          <p:nvPr/>
        </p:nvSpPr>
        <p:spPr>
          <a:xfrm>
            <a:off x="589600" y="752225"/>
            <a:ext cx="3925200" cy="367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Clr>
                <a:schemeClr val="dk1"/>
              </a:buClr>
              <a:buSzPts val="1100"/>
              <a:buFont typeface="Arial"/>
              <a:buNone/>
            </a:pPr>
            <a:r>
              <a:rPr lang="en" sz="1300">
                <a:solidFill>
                  <a:srgbClr val="434343"/>
                </a:solidFill>
              </a:rPr>
              <a:t> Private Key Cryptography</a:t>
            </a:r>
            <a:endParaRPr sz="1300">
              <a:solidFill>
                <a:srgbClr val="434343"/>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Also called </a:t>
            </a:r>
            <a:r>
              <a:rPr b="1" lang="en" sz="1300">
                <a:solidFill>
                  <a:schemeClr val="dk1"/>
                </a:solidFill>
              </a:rPr>
              <a:t>symmetric cryptography</a:t>
            </a:r>
            <a:r>
              <a:rPr lang="en"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The sender and receiver share a </a:t>
            </a:r>
            <a:r>
              <a:rPr b="1" lang="en" sz="1300">
                <a:solidFill>
                  <a:schemeClr val="dk1"/>
                </a:solidFill>
              </a:rPr>
              <a:t>single secret key</a:t>
            </a:r>
            <a:r>
              <a:rPr lang="en" sz="1300">
                <a:solidFill>
                  <a:schemeClr val="dk1"/>
                </a:solidFill>
              </a:rPr>
              <a:t> for both encryption and decryption.</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Examples: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 sz="1300">
                <a:solidFill>
                  <a:schemeClr val="dk1"/>
                </a:solidFill>
              </a:rPr>
              <a:t>Shift Cipher</a:t>
            </a:r>
            <a:r>
              <a:rPr lang="en" sz="1300">
                <a:solidFill>
                  <a:schemeClr val="dk1"/>
                </a:solidFill>
              </a:rPr>
              <a:t>: Each letter in a message is shifted by a fixed number of places.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 sz="1300">
                <a:solidFill>
                  <a:schemeClr val="dk1"/>
                </a:solidFill>
              </a:rPr>
              <a:t>Affine Cipher</a:t>
            </a:r>
            <a:r>
              <a:rPr lang="en" sz="1300">
                <a:solidFill>
                  <a:schemeClr val="dk1"/>
                </a:solidFill>
              </a:rPr>
              <a:t>: A more complex mathematical function is used to encrypt text.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Key Challenge</a:t>
            </a:r>
            <a:r>
              <a:rPr lang="en" sz="1300">
                <a:solidFill>
                  <a:schemeClr val="dk1"/>
                </a:solidFill>
              </a:rPr>
              <a:t>: The secure exchange of secret keys between parties.</a:t>
            </a:r>
            <a:endParaRPr sz="1300">
              <a:solidFill>
                <a:schemeClr val="dk1"/>
              </a:solidFill>
              <a:latin typeface="Work Sans"/>
              <a:ea typeface="Work Sans"/>
              <a:cs typeface="Work Sans"/>
              <a:sym typeface="Work Sans"/>
            </a:endParaRPr>
          </a:p>
        </p:txBody>
      </p:sp>
      <p:sp>
        <p:nvSpPr>
          <p:cNvPr id="899" name="Google Shape;899;p93"/>
          <p:cNvSpPr txBox="1"/>
          <p:nvPr/>
        </p:nvSpPr>
        <p:spPr>
          <a:xfrm>
            <a:off x="4757325" y="728100"/>
            <a:ext cx="4212300" cy="411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Clr>
                <a:schemeClr val="dk1"/>
              </a:buClr>
              <a:buSzPts val="1100"/>
              <a:buFont typeface="Arial"/>
              <a:buNone/>
            </a:pPr>
            <a:r>
              <a:rPr lang="en" sz="1300">
                <a:solidFill>
                  <a:srgbClr val="434343"/>
                </a:solidFill>
              </a:rPr>
              <a:t>Public Key Cryptography</a:t>
            </a:r>
            <a:endParaRPr sz="1300">
              <a:solidFill>
                <a:srgbClr val="434343"/>
              </a:solidFill>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rPr>
              <a:t>Introduced in the </a:t>
            </a:r>
            <a:r>
              <a:rPr b="1" lang="en" sz="1300">
                <a:solidFill>
                  <a:schemeClr val="dk1"/>
                </a:solidFill>
              </a:rPr>
              <a:t>1970s</a:t>
            </a:r>
            <a:r>
              <a:rPr lang="en" sz="1300">
                <a:solidFill>
                  <a:schemeClr val="dk1"/>
                </a:solidFill>
              </a:rPr>
              <a:t> to overcome key exchange problems.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Involves two keys:</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 sz="1300">
                <a:solidFill>
                  <a:schemeClr val="dk1"/>
                </a:solidFill>
              </a:rPr>
              <a:t>Public Key</a:t>
            </a:r>
            <a:r>
              <a:rPr lang="en" sz="1300">
                <a:solidFill>
                  <a:schemeClr val="dk1"/>
                </a:solidFill>
              </a:rPr>
              <a:t>: Used for encryption and can be shared openly.</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 sz="1300">
                <a:solidFill>
                  <a:schemeClr val="dk1"/>
                </a:solidFill>
              </a:rPr>
              <a:t>Private Key</a:t>
            </a:r>
            <a:r>
              <a:rPr lang="en" sz="1300">
                <a:solidFill>
                  <a:schemeClr val="dk1"/>
                </a:solidFill>
              </a:rPr>
              <a:t>: Used for decryption and must be kept secret.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rPr>
              <a:t>Example: </a:t>
            </a:r>
            <a:r>
              <a:rPr b="1" lang="en" sz="1300">
                <a:solidFill>
                  <a:schemeClr val="dk1"/>
                </a:solidFill>
              </a:rPr>
              <a:t>RSA Cryptosystem</a:t>
            </a:r>
            <a:r>
              <a:rPr lang="en" sz="1300">
                <a:solidFill>
                  <a:schemeClr val="dk1"/>
                </a:solidFill>
              </a:rPr>
              <a:t> (discussed below).</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Pros &amp; Cons</a:t>
            </a:r>
            <a:r>
              <a:rPr lang="en" sz="1300">
                <a:solidFill>
                  <a:schemeClr val="dk1"/>
                </a:solidFill>
              </a:rPr>
              <a:t>:</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 sz="1300">
                <a:solidFill>
                  <a:schemeClr val="dk1"/>
                </a:solidFill>
              </a:rPr>
              <a:t>Eliminates the need for secure key exchange.</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b="1" lang="en" sz="1300">
                <a:solidFill>
                  <a:schemeClr val="dk1"/>
                </a:solidFill>
              </a:rPr>
              <a:t>Slower</a:t>
            </a:r>
            <a:r>
              <a:rPr lang="en" sz="1300">
                <a:solidFill>
                  <a:schemeClr val="dk1"/>
                </a:solidFill>
              </a:rPr>
              <a:t> compared to private key cryptography.</a:t>
            </a:r>
            <a:endParaRPr sz="1300">
              <a:solidFill>
                <a:schemeClr val="dk1"/>
              </a:solidFill>
            </a:endParaRPr>
          </a:p>
          <a:p>
            <a:pPr indent="0" lvl="0" marL="0" rtl="0" algn="l">
              <a:lnSpc>
                <a:spcPct val="100000"/>
              </a:lnSpc>
              <a:spcBef>
                <a:spcPts val="1200"/>
              </a:spcBef>
              <a:spcAft>
                <a:spcPts val="0"/>
              </a:spcAft>
              <a:buNone/>
            </a:pPr>
            <a:r>
              <a:t/>
            </a:r>
            <a:endParaRPr sz="1300">
              <a:solidFill>
                <a:schemeClr val="dk1"/>
              </a:solidFill>
              <a:latin typeface="Work Sans"/>
              <a:ea typeface="Work Sans"/>
              <a:cs typeface="Work Sans"/>
              <a:sym typeface="Work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94"/>
          <p:cNvSpPr txBox="1"/>
          <p:nvPr>
            <p:ph type="title"/>
          </p:nvPr>
        </p:nvSpPr>
        <p:spPr>
          <a:xfrm>
            <a:off x="671775" y="0"/>
            <a:ext cx="77835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solidFill>
                  <a:schemeClr val="dk1"/>
                </a:solidFill>
              </a:rPr>
              <a:t>6.2 The RSA Cryptosystem</a:t>
            </a:r>
            <a:endParaRPr b="1" sz="2400">
              <a:solidFill>
                <a:schemeClr val="dk1"/>
              </a:solidFill>
            </a:endParaRPr>
          </a:p>
        </p:txBody>
      </p:sp>
      <p:sp>
        <p:nvSpPr>
          <p:cNvPr id="905" name="Google Shape;905;p94"/>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906" name="Google Shape;906;p94"/>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907" name="Google Shape;907;p94"/>
          <p:cNvSpPr txBox="1"/>
          <p:nvPr/>
        </p:nvSpPr>
        <p:spPr>
          <a:xfrm>
            <a:off x="589600" y="739700"/>
            <a:ext cx="8212200" cy="2970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Font typeface="Work Sans Medium"/>
              <a:buChar char="●"/>
            </a:pPr>
            <a:r>
              <a:rPr lang="en">
                <a:solidFill>
                  <a:schemeClr val="dk1"/>
                </a:solidFill>
                <a:latin typeface="Work Sans Medium"/>
                <a:ea typeface="Work Sans Medium"/>
                <a:cs typeface="Work Sans Medium"/>
                <a:sym typeface="Work Sans Medium"/>
              </a:rPr>
              <a:t>Based on </a:t>
            </a:r>
            <a:r>
              <a:rPr b="1" lang="en">
                <a:solidFill>
                  <a:schemeClr val="lt1"/>
                </a:solidFill>
                <a:latin typeface="Work Sans"/>
                <a:ea typeface="Work Sans"/>
                <a:cs typeface="Work Sans"/>
                <a:sym typeface="Work Sans"/>
              </a:rPr>
              <a:t>modular arithmetic</a:t>
            </a:r>
            <a:r>
              <a:rPr lang="en">
                <a:solidFill>
                  <a:schemeClr val="dk1"/>
                </a:solidFill>
                <a:latin typeface="Work Sans Medium"/>
                <a:ea typeface="Work Sans Medium"/>
                <a:cs typeface="Work Sans Medium"/>
                <a:sym typeface="Work Sans Medium"/>
              </a:rPr>
              <a:t> and the difficulty of </a:t>
            </a:r>
            <a:r>
              <a:rPr b="1" lang="en">
                <a:solidFill>
                  <a:schemeClr val="lt1"/>
                </a:solidFill>
                <a:latin typeface="Work Sans"/>
                <a:ea typeface="Work Sans"/>
                <a:cs typeface="Work Sans"/>
                <a:sym typeface="Work Sans"/>
              </a:rPr>
              <a:t>factoring large prime numbers.</a:t>
            </a:r>
            <a:endParaRPr b="1">
              <a:solidFill>
                <a:schemeClr val="lt1"/>
              </a:solidFill>
              <a:latin typeface="Work Sans"/>
              <a:ea typeface="Work Sans"/>
              <a:cs typeface="Work Sans"/>
              <a:sym typeface="Work Sans"/>
            </a:endParaRPr>
          </a:p>
          <a:p>
            <a:pPr indent="-317500" lvl="0" marL="457200" rtl="0" algn="l">
              <a:lnSpc>
                <a:spcPct val="115000"/>
              </a:lnSpc>
              <a:spcBef>
                <a:spcPts val="0"/>
              </a:spcBef>
              <a:spcAft>
                <a:spcPts val="0"/>
              </a:spcAft>
              <a:buClr>
                <a:schemeClr val="lt1"/>
              </a:buClr>
              <a:buSzPts val="1400"/>
              <a:buFont typeface="Work Sans"/>
              <a:buChar char="●"/>
            </a:pPr>
            <a:r>
              <a:rPr b="1" lang="en">
                <a:solidFill>
                  <a:schemeClr val="lt1"/>
                </a:solidFill>
                <a:latin typeface="Work Sans"/>
                <a:ea typeface="Work Sans"/>
                <a:cs typeface="Work Sans"/>
                <a:sym typeface="Work Sans"/>
              </a:rPr>
              <a:t>Key components:</a:t>
            </a:r>
            <a:endParaRPr b="1">
              <a:solidFill>
                <a:schemeClr val="lt1"/>
              </a:solidFill>
              <a:latin typeface="Work Sans"/>
              <a:ea typeface="Work Sans"/>
              <a:cs typeface="Work Sans"/>
              <a:sym typeface="Work Sans"/>
            </a:endParaRPr>
          </a:p>
          <a:p>
            <a:pPr indent="-317500" lvl="1" marL="914400" rtl="0" algn="l">
              <a:lnSpc>
                <a:spcPct val="115000"/>
              </a:lnSpc>
              <a:spcBef>
                <a:spcPts val="0"/>
              </a:spcBef>
              <a:spcAft>
                <a:spcPts val="0"/>
              </a:spcAft>
              <a:buClr>
                <a:schemeClr val="dk1"/>
              </a:buClr>
              <a:buSzPts val="1400"/>
              <a:buFont typeface="Work Sans Medium"/>
              <a:buAutoNum type="arabicPeriod"/>
            </a:pPr>
            <a:r>
              <a:rPr lang="en">
                <a:solidFill>
                  <a:schemeClr val="dk1"/>
                </a:solidFill>
                <a:latin typeface="Work Sans Medium"/>
                <a:ea typeface="Work Sans Medium"/>
                <a:cs typeface="Work Sans Medium"/>
                <a:sym typeface="Work Sans Medium"/>
              </a:rPr>
              <a:t>Choose two large prime numbers, </a:t>
            </a:r>
            <a:r>
              <a:rPr i="1" lang="en">
                <a:solidFill>
                  <a:schemeClr val="dk1"/>
                </a:solidFill>
                <a:latin typeface="Work Sans Medium"/>
                <a:ea typeface="Work Sans Medium"/>
                <a:cs typeface="Work Sans Medium"/>
                <a:sym typeface="Work Sans Medium"/>
              </a:rPr>
              <a:t>p </a:t>
            </a:r>
            <a:r>
              <a:rPr lang="en">
                <a:solidFill>
                  <a:schemeClr val="dk1"/>
                </a:solidFill>
                <a:latin typeface="Work Sans Medium"/>
                <a:ea typeface="Work Sans Medium"/>
                <a:cs typeface="Work Sans Medium"/>
                <a:sym typeface="Work Sans Medium"/>
              </a:rPr>
              <a:t>and </a:t>
            </a:r>
            <a:r>
              <a:rPr i="1" lang="en">
                <a:solidFill>
                  <a:schemeClr val="dk1"/>
                </a:solidFill>
                <a:latin typeface="Work Sans Medium"/>
                <a:ea typeface="Work Sans Medium"/>
                <a:cs typeface="Work Sans Medium"/>
                <a:sym typeface="Work Sans Medium"/>
              </a:rPr>
              <a:t>q</a:t>
            </a:r>
            <a:r>
              <a:rPr lang="en">
                <a:solidFill>
                  <a:schemeClr val="dk1"/>
                </a:solidFill>
                <a:latin typeface="Work Sans Medium"/>
                <a:ea typeface="Work Sans Medium"/>
                <a:cs typeface="Work Sans Medium"/>
                <a:sym typeface="Work Sans Medium"/>
              </a:rPr>
              <a:t>.</a:t>
            </a:r>
            <a:endParaRPr>
              <a:solidFill>
                <a:schemeClr val="dk1"/>
              </a:solidFill>
              <a:latin typeface="Work Sans Medium"/>
              <a:ea typeface="Work Sans Medium"/>
              <a:cs typeface="Work Sans Medium"/>
              <a:sym typeface="Work Sans Medium"/>
            </a:endParaRPr>
          </a:p>
          <a:p>
            <a:pPr indent="-317500" lvl="1" marL="914400" rtl="0" algn="l">
              <a:lnSpc>
                <a:spcPct val="115000"/>
              </a:lnSpc>
              <a:spcBef>
                <a:spcPts val="0"/>
              </a:spcBef>
              <a:spcAft>
                <a:spcPts val="0"/>
              </a:spcAft>
              <a:buClr>
                <a:schemeClr val="dk1"/>
              </a:buClr>
              <a:buSzPts val="1400"/>
              <a:buFont typeface="Work Sans Medium"/>
              <a:buAutoNum type="arabicPeriod"/>
            </a:pPr>
            <a:r>
              <a:rPr lang="en">
                <a:solidFill>
                  <a:schemeClr val="dk1"/>
                </a:solidFill>
                <a:latin typeface="Work Sans Medium"/>
                <a:ea typeface="Work Sans Medium"/>
                <a:cs typeface="Work Sans Medium"/>
                <a:sym typeface="Work Sans Medium"/>
              </a:rPr>
              <a:t>Compute</a:t>
            </a:r>
            <a:r>
              <a:rPr i="1" lang="en">
                <a:solidFill>
                  <a:schemeClr val="dk1"/>
                </a:solidFill>
                <a:latin typeface="Work Sans Medium"/>
                <a:ea typeface="Work Sans Medium"/>
                <a:cs typeface="Work Sans Medium"/>
                <a:sym typeface="Work Sans Medium"/>
              </a:rPr>
              <a:t> n=p×q.</a:t>
            </a:r>
            <a:endParaRPr i="1">
              <a:solidFill>
                <a:schemeClr val="dk1"/>
              </a:solidFill>
              <a:latin typeface="Work Sans Medium"/>
              <a:ea typeface="Work Sans Medium"/>
              <a:cs typeface="Work Sans Medium"/>
              <a:sym typeface="Work Sans Medium"/>
            </a:endParaRPr>
          </a:p>
          <a:p>
            <a:pPr indent="-317500" lvl="1" marL="914400" rtl="0" algn="l">
              <a:lnSpc>
                <a:spcPct val="115000"/>
              </a:lnSpc>
              <a:spcBef>
                <a:spcPts val="0"/>
              </a:spcBef>
              <a:spcAft>
                <a:spcPts val="0"/>
              </a:spcAft>
              <a:buClr>
                <a:schemeClr val="dk1"/>
              </a:buClr>
              <a:buSzPts val="1400"/>
              <a:buFont typeface="Work Sans Medium"/>
              <a:buAutoNum type="arabicPeriod"/>
            </a:pPr>
            <a:r>
              <a:rPr lang="en">
                <a:solidFill>
                  <a:schemeClr val="dk1"/>
                </a:solidFill>
                <a:latin typeface="Work Sans Medium"/>
                <a:ea typeface="Work Sans Medium"/>
                <a:cs typeface="Work Sans Medium"/>
                <a:sym typeface="Work Sans Medium"/>
              </a:rPr>
              <a:t>Select a public key exponent eee, relatively prime to </a:t>
            </a:r>
            <a:r>
              <a:rPr i="1" lang="en">
                <a:solidFill>
                  <a:schemeClr val="dk1"/>
                </a:solidFill>
                <a:latin typeface="Work Sans Medium"/>
                <a:ea typeface="Work Sans Medium"/>
                <a:cs typeface="Work Sans Medium"/>
                <a:sym typeface="Work Sans Medium"/>
              </a:rPr>
              <a:t>(p−1)(q−1).</a:t>
            </a:r>
            <a:endParaRPr i="1">
              <a:solidFill>
                <a:schemeClr val="dk1"/>
              </a:solidFill>
              <a:latin typeface="Work Sans Medium"/>
              <a:ea typeface="Work Sans Medium"/>
              <a:cs typeface="Work Sans Medium"/>
              <a:sym typeface="Work Sans Medium"/>
            </a:endParaRPr>
          </a:p>
          <a:p>
            <a:pPr indent="-317500" lvl="1" marL="914400" rtl="0" algn="l">
              <a:lnSpc>
                <a:spcPct val="115000"/>
              </a:lnSpc>
              <a:spcBef>
                <a:spcPts val="0"/>
              </a:spcBef>
              <a:spcAft>
                <a:spcPts val="0"/>
              </a:spcAft>
              <a:buClr>
                <a:schemeClr val="dk1"/>
              </a:buClr>
              <a:buSzPts val="1400"/>
              <a:buFont typeface="Work Sans Medium"/>
              <a:buAutoNum type="arabicPeriod"/>
            </a:pPr>
            <a:r>
              <a:rPr lang="en">
                <a:solidFill>
                  <a:schemeClr val="dk1"/>
                </a:solidFill>
                <a:latin typeface="Work Sans Medium"/>
                <a:ea typeface="Work Sans Medium"/>
                <a:cs typeface="Work Sans Medium"/>
                <a:sym typeface="Work Sans Medium"/>
              </a:rPr>
              <a:t>Compute the private key exponent </a:t>
            </a:r>
            <a:r>
              <a:rPr i="1" lang="en">
                <a:solidFill>
                  <a:schemeClr val="dk1"/>
                </a:solidFill>
                <a:latin typeface="Work Sans Medium"/>
                <a:ea typeface="Work Sans Medium"/>
                <a:cs typeface="Work Sans Medium"/>
                <a:sym typeface="Work Sans Medium"/>
              </a:rPr>
              <a:t>d</a:t>
            </a:r>
            <a:r>
              <a:rPr lang="en">
                <a:solidFill>
                  <a:schemeClr val="dk1"/>
                </a:solidFill>
                <a:latin typeface="Work Sans Medium"/>
                <a:ea typeface="Work Sans Medium"/>
                <a:cs typeface="Work Sans Medium"/>
                <a:sym typeface="Work Sans Medium"/>
              </a:rPr>
              <a:t> as the modular inverse of eee.</a:t>
            </a:r>
            <a:endParaRPr>
              <a:solidFill>
                <a:schemeClr val="dk1"/>
              </a:solidFill>
              <a:latin typeface="Work Sans Medium"/>
              <a:ea typeface="Work Sans Medium"/>
              <a:cs typeface="Work Sans Medium"/>
              <a:sym typeface="Work Sans Medium"/>
            </a:endParaRPr>
          </a:p>
          <a:p>
            <a:pPr indent="-317500" lvl="1" marL="914400" rtl="0" algn="l">
              <a:lnSpc>
                <a:spcPct val="115000"/>
              </a:lnSpc>
              <a:spcBef>
                <a:spcPts val="0"/>
              </a:spcBef>
              <a:spcAft>
                <a:spcPts val="0"/>
              </a:spcAft>
              <a:buClr>
                <a:schemeClr val="dk1"/>
              </a:buClr>
              <a:buSzPts val="1400"/>
              <a:buFont typeface="Work Sans Medium"/>
              <a:buAutoNum type="arabicPeriod"/>
            </a:pPr>
            <a:r>
              <a:rPr lang="en">
                <a:solidFill>
                  <a:schemeClr val="dk1"/>
                </a:solidFill>
                <a:latin typeface="Work Sans Medium"/>
                <a:ea typeface="Work Sans Medium"/>
                <a:cs typeface="Work Sans Medium"/>
                <a:sym typeface="Work Sans Medium"/>
              </a:rPr>
              <a:t>Encryption:</a:t>
            </a:r>
            <a:r>
              <a:rPr i="1" lang="en">
                <a:solidFill>
                  <a:schemeClr val="dk1"/>
                </a:solidFill>
                <a:latin typeface="Work Sans Medium"/>
                <a:ea typeface="Work Sans Medium"/>
                <a:cs typeface="Work Sans Medium"/>
                <a:sym typeface="Work Sans Medium"/>
              </a:rPr>
              <a:t> C=M</a:t>
            </a:r>
            <a:r>
              <a:rPr baseline="30000" i="1" lang="en">
                <a:solidFill>
                  <a:schemeClr val="dk1"/>
                </a:solidFill>
                <a:latin typeface="Work Sans Medium"/>
                <a:ea typeface="Work Sans Medium"/>
                <a:cs typeface="Work Sans Medium"/>
                <a:sym typeface="Work Sans Medium"/>
              </a:rPr>
              <a:t>e </a:t>
            </a:r>
            <a:r>
              <a:rPr i="1" lang="en">
                <a:solidFill>
                  <a:schemeClr val="dk1"/>
                </a:solidFill>
                <a:latin typeface="Work Sans Medium"/>
                <a:ea typeface="Work Sans Medium"/>
                <a:cs typeface="Work Sans Medium"/>
                <a:sym typeface="Work Sans Medium"/>
              </a:rPr>
              <a:t>mod  n.</a:t>
            </a:r>
            <a:endParaRPr i="1">
              <a:solidFill>
                <a:schemeClr val="dk1"/>
              </a:solidFill>
              <a:latin typeface="Work Sans Medium"/>
              <a:ea typeface="Work Sans Medium"/>
              <a:cs typeface="Work Sans Medium"/>
              <a:sym typeface="Work Sans Medium"/>
            </a:endParaRPr>
          </a:p>
          <a:p>
            <a:pPr indent="-317500" lvl="1" marL="914400" rtl="0" algn="l">
              <a:lnSpc>
                <a:spcPct val="115000"/>
              </a:lnSpc>
              <a:spcBef>
                <a:spcPts val="0"/>
              </a:spcBef>
              <a:spcAft>
                <a:spcPts val="0"/>
              </a:spcAft>
              <a:buClr>
                <a:schemeClr val="dk1"/>
              </a:buClr>
              <a:buSzPts val="1400"/>
              <a:buFont typeface="Work Sans Medium"/>
              <a:buAutoNum type="arabicPeriod"/>
            </a:pPr>
            <a:r>
              <a:rPr lang="en">
                <a:solidFill>
                  <a:schemeClr val="dk1"/>
                </a:solidFill>
                <a:latin typeface="Work Sans Medium"/>
                <a:ea typeface="Work Sans Medium"/>
                <a:cs typeface="Work Sans Medium"/>
                <a:sym typeface="Work Sans Medium"/>
              </a:rPr>
              <a:t>Decryption:</a:t>
            </a:r>
            <a:r>
              <a:rPr i="1" lang="en">
                <a:solidFill>
                  <a:schemeClr val="dk1"/>
                </a:solidFill>
                <a:latin typeface="Work Sans Medium"/>
                <a:ea typeface="Work Sans Medium"/>
                <a:cs typeface="Work Sans Medium"/>
                <a:sym typeface="Work Sans Medium"/>
              </a:rPr>
              <a:t> M=C</a:t>
            </a:r>
            <a:r>
              <a:rPr baseline="30000" i="1" lang="en">
                <a:solidFill>
                  <a:schemeClr val="dk1"/>
                </a:solidFill>
                <a:latin typeface="Work Sans Medium"/>
                <a:ea typeface="Work Sans Medium"/>
                <a:cs typeface="Work Sans Medium"/>
                <a:sym typeface="Work Sans Medium"/>
              </a:rPr>
              <a:t>d </a:t>
            </a:r>
            <a:r>
              <a:rPr i="1" lang="en">
                <a:solidFill>
                  <a:schemeClr val="dk1"/>
                </a:solidFill>
                <a:latin typeface="Work Sans Medium"/>
                <a:ea typeface="Work Sans Medium"/>
                <a:cs typeface="Work Sans Medium"/>
                <a:sym typeface="Work Sans Medium"/>
              </a:rPr>
              <a:t>mod  n.</a:t>
            </a:r>
            <a:endParaRPr i="1">
              <a:solidFill>
                <a:schemeClr val="dk1"/>
              </a:solidFill>
              <a:latin typeface="Work Sans Medium"/>
              <a:ea typeface="Work Sans Medium"/>
              <a:cs typeface="Work Sans Medium"/>
              <a:sym typeface="Work Sans Medium"/>
            </a:endParaRPr>
          </a:p>
          <a:p>
            <a:pPr indent="0" lvl="0" marL="0" rtl="0" algn="l">
              <a:lnSpc>
                <a:spcPct val="115000"/>
              </a:lnSpc>
              <a:spcBef>
                <a:spcPts val="1200"/>
              </a:spcBef>
              <a:spcAft>
                <a:spcPts val="0"/>
              </a:spcAft>
              <a:buNone/>
            </a:pPr>
            <a:r>
              <a:rPr b="1" lang="en">
                <a:solidFill>
                  <a:schemeClr val="lt1"/>
                </a:solidFill>
                <a:latin typeface="Work Sans"/>
                <a:ea typeface="Work Sans"/>
                <a:cs typeface="Work Sans"/>
                <a:sym typeface="Work Sans"/>
              </a:rPr>
              <a:t>Security Basis:</a:t>
            </a:r>
            <a:r>
              <a:rPr lang="en">
                <a:solidFill>
                  <a:schemeClr val="dk1"/>
                </a:solidFill>
                <a:latin typeface="Work Sans Medium"/>
                <a:ea typeface="Work Sans Medium"/>
                <a:cs typeface="Work Sans Medium"/>
                <a:sym typeface="Work Sans Medium"/>
              </a:rPr>
              <a:t> Factoring </a:t>
            </a:r>
            <a:r>
              <a:rPr i="1" lang="en">
                <a:solidFill>
                  <a:schemeClr val="dk1"/>
                </a:solidFill>
                <a:latin typeface="Work Sans Medium"/>
                <a:ea typeface="Work Sans Medium"/>
                <a:cs typeface="Work Sans Medium"/>
                <a:sym typeface="Work Sans Medium"/>
              </a:rPr>
              <a:t>n </a:t>
            </a:r>
            <a:r>
              <a:rPr lang="en">
                <a:solidFill>
                  <a:schemeClr val="dk1"/>
                </a:solidFill>
                <a:latin typeface="Work Sans Medium"/>
                <a:ea typeface="Work Sans Medium"/>
                <a:cs typeface="Work Sans Medium"/>
                <a:sym typeface="Work Sans Medium"/>
              </a:rPr>
              <a:t>back into </a:t>
            </a:r>
            <a:r>
              <a:rPr i="1" lang="en">
                <a:solidFill>
                  <a:schemeClr val="dk1"/>
                </a:solidFill>
                <a:latin typeface="Work Sans Medium"/>
                <a:ea typeface="Work Sans Medium"/>
                <a:cs typeface="Work Sans Medium"/>
                <a:sym typeface="Work Sans Medium"/>
              </a:rPr>
              <a:t>p </a:t>
            </a:r>
            <a:r>
              <a:rPr lang="en">
                <a:solidFill>
                  <a:schemeClr val="dk1"/>
                </a:solidFill>
                <a:latin typeface="Work Sans Medium"/>
                <a:ea typeface="Work Sans Medium"/>
                <a:cs typeface="Work Sans Medium"/>
                <a:sym typeface="Work Sans Medium"/>
              </a:rPr>
              <a:t>and </a:t>
            </a:r>
            <a:r>
              <a:rPr i="1" lang="en">
                <a:solidFill>
                  <a:schemeClr val="dk1"/>
                </a:solidFill>
                <a:latin typeface="Work Sans Medium"/>
                <a:ea typeface="Work Sans Medium"/>
                <a:cs typeface="Work Sans Medium"/>
                <a:sym typeface="Work Sans Medium"/>
              </a:rPr>
              <a:t>q </a:t>
            </a:r>
            <a:r>
              <a:rPr lang="en">
                <a:solidFill>
                  <a:schemeClr val="dk1"/>
                </a:solidFill>
                <a:latin typeface="Work Sans Medium"/>
                <a:ea typeface="Work Sans Medium"/>
                <a:cs typeface="Work Sans Medium"/>
                <a:sym typeface="Work Sans Medium"/>
              </a:rPr>
              <a:t>is extremely hard with current computing power.</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1200"/>
              </a:spcBef>
              <a:spcAft>
                <a:spcPts val="0"/>
              </a:spcAft>
              <a:buNone/>
            </a:pPr>
            <a:r>
              <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1200"/>
              </a:spcBef>
              <a:spcAft>
                <a:spcPts val="0"/>
              </a:spcAft>
              <a:buNone/>
            </a:pPr>
            <a:r>
              <a:t/>
            </a:r>
            <a:endParaRPr>
              <a:solidFill>
                <a:schemeClr val="dk1"/>
              </a:solidFill>
              <a:latin typeface="Work Sans Medium"/>
              <a:ea typeface="Work Sans Medium"/>
              <a:cs typeface="Work Sans Medium"/>
              <a:sym typeface="Work Sans Medium"/>
            </a:endParaRPr>
          </a:p>
          <a:p>
            <a:pPr indent="0" lvl="0" marL="0" rtl="0" algn="l">
              <a:lnSpc>
                <a:spcPct val="115000"/>
              </a:lnSpc>
              <a:spcBef>
                <a:spcPts val="1200"/>
              </a:spcBef>
              <a:spcAft>
                <a:spcPts val="0"/>
              </a:spcAft>
              <a:buNone/>
            </a:pPr>
            <a:r>
              <a:t/>
            </a:r>
            <a:endParaRPr sz="1600">
              <a:solidFill>
                <a:schemeClr val="dk1"/>
              </a:solidFill>
              <a:latin typeface="Work Sans Medium"/>
              <a:ea typeface="Work Sans Medium"/>
              <a:cs typeface="Work Sans Medium"/>
              <a:sym typeface="Work Sans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9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913" name="Google Shape;913;p95"/>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SCT211-0255/2021</a:t>
            </a:r>
            <a:endParaRPr/>
          </a:p>
        </p:txBody>
      </p:sp>
      <p:pic>
        <p:nvPicPr>
          <p:cNvPr id="914" name="Google Shape;914;p95"/>
          <p:cNvPicPr preferRelativeResize="0"/>
          <p:nvPr>
            <p:ph idx="5" type="pic"/>
          </p:nvPr>
        </p:nvPicPr>
        <p:blipFill rotWithShape="1">
          <a:blip r:embed="rId3">
            <a:alphaModFix/>
          </a:blip>
          <a:srcRect b="0" l="7380" r="7389" t="0"/>
          <a:stretch/>
        </p:blipFill>
        <p:spPr>
          <a:xfrm>
            <a:off x="942150" y="772925"/>
            <a:ext cx="2655600" cy="1710000"/>
          </a:xfrm>
          <a:prstGeom prst="ellipse">
            <a:avLst/>
          </a:prstGeom>
          <a:ln cap="flat" cmpd="sng" w="9525">
            <a:solidFill>
              <a:schemeClr val="lt1"/>
            </a:solidFill>
            <a:prstDash val="solid"/>
            <a:round/>
            <a:headEnd len="sm" w="sm" type="none"/>
            <a:tailEnd len="sm" w="sm" type="none"/>
          </a:ln>
        </p:spPr>
      </p:pic>
      <p:sp>
        <p:nvSpPr>
          <p:cNvPr id="915" name="Google Shape;915;p95"/>
          <p:cNvSpPr txBox="1"/>
          <p:nvPr>
            <p:ph idx="6" type="subTitle"/>
          </p:nvPr>
        </p:nvSpPr>
        <p:spPr>
          <a:xfrm>
            <a:off x="784550" y="2700975"/>
            <a:ext cx="3677100" cy="54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None/>
            </a:pPr>
            <a:r>
              <a:rPr lang="en" sz="1400"/>
              <a:t>Key Exchange - Diffie-Hellman Protocol</a:t>
            </a:r>
            <a:endParaRPr sz="1400"/>
          </a:p>
          <a:p>
            <a:pPr indent="0" lvl="0" marL="0" rtl="0" algn="l">
              <a:spcBef>
                <a:spcPts val="1000"/>
              </a:spcBef>
              <a:spcAft>
                <a:spcPts val="0"/>
              </a:spcAft>
              <a:buClr>
                <a:schemeClr val="dk1"/>
              </a:buClr>
              <a:buSzPts val="1100"/>
              <a:buNone/>
            </a:pPr>
            <a:r>
              <a:t/>
            </a:r>
            <a:endParaRPr/>
          </a:p>
          <a:p>
            <a:pPr indent="0" lvl="0" marL="0" rtl="0" algn="l">
              <a:spcBef>
                <a:spcPts val="1000"/>
              </a:spcBef>
              <a:spcAft>
                <a:spcPts val="1000"/>
              </a:spcAft>
              <a:buClr>
                <a:schemeClr val="dk1"/>
              </a:buClr>
              <a:buSzPts val="1100"/>
              <a:buNone/>
            </a:pPr>
            <a:r>
              <a:t/>
            </a:r>
            <a:endParaRPr/>
          </a:p>
        </p:txBody>
      </p:sp>
      <p:sp>
        <p:nvSpPr>
          <p:cNvPr id="916" name="Google Shape;916;p95"/>
          <p:cNvSpPr txBox="1"/>
          <p:nvPr>
            <p:ph idx="7" type="subTitle"/>
          </p:nvPr>
        </p:nvSpPr>
        <p:spPr>
          <a:xfrm>
            <a:off x="4977650" y="2700975"/>
            <a:ext cx="3135600" cy="546600"/>
          </a:xfrm>
          <a:prstGeom prst="rect">
            <a:avLst/>
          </a:prstGeom>
        </p:spPr>
        <p:txBody>
          <a:bodyPr anchorCtr="0" anchor="t" bIns="91425" lIns="91425" spcFirstLastPara="1" rIns="91425" wrap="square" tIns="91425">
            <a:noAutofit/>
          </a:bodyPr>
          <a:lstStyle/>
          <a:p>
            <a:pPr indent="0" lvl="0" marL="0" rtl="0" algn="ctr">
              <a:spcBef>
                <a:spcPts val="0"/>
              </a:spcBef>
              <a:spcAft>
                <a:spcPts val="1000"/>
              </a:spcAft>
              <a:buClr>
                <a:schemeClr val="dk1"/>
              </a:buClr>
              <a:buSzPts val="1100"/>
              <a:buNone/>
            </a:pPr>
            <a:r>
              <a:rPr lang="en" sz="1400"/>
              <a:t>Digital Signatures</a:t>
            </a:r>
            <a:endParaRPr sz="1400"/>
          </a:p>
        </p:txBody>
      </p:sp>
      <p:sp>
        <p:nvSpPr>
          <p:cNvPr id="917" name="Google Shape;917;p95"/>
          <p:cNvSpPr txBox="1"/>
          <p:nvPr>
            <p:ph idx="8" type="body"/>
          </p:nvPr>
        </p:nvSpPr>
        <p:spPr>
          <a:xfrm>
            <a:off x="611150" y="3312600"/>
            <a:ext cx="3759900" cy="18309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Allows two parties to create a shared secret key over an insecure channel.</a:t>
            </a:r>
            <a:endParaRPr/>
          </a:p>
          <a:p>
            <a:pPr indent="-298450" lvl="0" marL="457200" rtl="0" algn="l">
              <a:spcBef>
                <a:spcPts val="1000"/>
              </a:spcBef>
              <a:spcAft>
                <a:spcPts val="0"/>
              </a:spcAft>
              <a:buSzPts val="1100"/>
              <a:buChar char="●"/>
            </a:pPr>
            <a:r>
              <a:rPr lang="en"/>
              <a:t>Uses modular arithmetic to prevent an attacker from deducing the key.</a:t>
            </a:r>
            <a:endParaRPr/>
          </a:p>
          <a:p>
            <a:pPr indent="-298450" lvl="0" marL="457200" rtl="0" algn="l">
              <a:spcBef>
                <a:spcPts val="1000"/>
              </a:spcBef>
              <a:spcAft>
                <a:spcPts val="1000"/>
              </a:spcAft>
              <a:buSzPts val="1100"/>
              <a:buChar char="●"/>
            </a:pPr>
            <a:r>
              <a:rPr lang="en"/>
              <a:t>Security Basis: The difficulty of solving the discrete logarithm problem.</a:t>
            </a:r>
            <a:endParaRPr/>
          </a:p>
        </p:txBody>
      </p:sp>
      <p:sp>
        <p:nvSpPr>
          <p:cNvPr id="918" name="Google Shape;918;p95"/>
          <p:cNvSpPr txBox="1"/>
          <p:nvPr>
            <p:ph idx="9" type="body"/>
          </p:nvPr>
        </p:nvSpPr>
        <p:spPr>
          <a:xfrm>
            <a:off x="4977650" y="3312600"/>
            <a:ext cx="4070700" cy="17100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Used to verify the authenticity of a message sender.</a:t>
            </a:r>
            <a:endParaRPr/>
          </a:p>
          <a:p>
            <a:pPr indent="-298450" lvl="0" marL="457200" rtl="0" algn="l">
              <a:spcBef>
                <a:spcPts val="1000"/>
              </a:spcBef>
              <a:spcAft>
                <a:spcPts val="0"/>
              </a:spcAft>
              <a:buSzPts val="1100"/>
              <a:buChar char="●"/>
            </a:pPr>
            <a:r>
              <a:rPr lang="en"/>
              <a:t>Involves encrypting a hash of the message with the sender’s private key.</a:t>
            </a:r>
            <a:endParaRPr/>
          </a:p>
          <a:p>
            <a:pPr indent="-298450" lvl="0" marL="457200" rtl="0" algn="l">
              <a:spcBef>
                <a:spcPts val="1000"/>
              </a:spcBef>
              <a:spcAft>
                <a:spcPts val="0"/>
              </a:spcAft>
              <a:buSzPts val="1100"/>
              <a:buChar char="●"/>
            </a:pPr>
            <a:r>
              <a:rPr lang="en"/>
              <a:t>The recipient decrypts it using the sender’s public key.</a:t>
            </a:r>
            <a:endParaRPr/>
          </a:p>
          <a:p>
            <a:pPr indent="-298450" lvl="0" marL="457200" rtl="0" algn="l">
              <a:spcBef>
                <a:spcPts val="1000"/>
              </a:spcBef>
              <a:spcAft>
                <a:spcPts val="1000"/>
              </a:spcAft>
              <a:buSzPts val="1100"/>
              <a:buChar char="●"/>
            </a:pPr>
            <a:r>
              <a:rPr lang="en"/>
              <a:t>Ensures message integrity and authenticity.</a:t>
            </a:r>
            <a:endParaRPr/>
          </a:p>
        </p:txBody>
      </p:sp>
      <p:sp>
        <p:nvSpPr>
          <p:cNvPr id="919" name="Google Shape;919;p95"/>
          <p:cNvSpPr txBox="1"/>
          <p:nvPr/>
        </p:nvSpPr>
        <p:spPr>
          <a:xfrm>
            <a:off x="2536650" y="70175"/>
            <a:ext cx="4513800" cy="54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400">
                <a:solidFill>
                  <a:schemeClr val="dk1"/>
                </a:solidFill>
                <a:latin typeface="Work Sans"/>
                <a:ea typeface="Work Sans"/>
                <a:cs typeface="Work Sans"/>
                <a:sym typeface="Work Sans"/>
              </a:rPr>
              <a:t>6.3 Cryptographic Protocols</a:t>
            </a:r>
            <a:endParaRPr b="1" sz="2400">
              <a:solidFill>
                <a:schemeClr val="dk1"/>
              </a:solidFill>
              <a:latin typeface="Work Sans"/>
              <a:ea typeface="Work Sans"/>
              <a:cs typeface="Work Sans"/>
              <a:sym typeface="Work Sans"/>
            </a:endParaRPr>
          </a:p>
          <a:p>
            <a:pPr indent="0" lvl="0" marL="0" rtl="0" algn="ctr">
              <a:spcBef>
                <a:spcPts val="0"/>
              </a:spcBef>
              <a:spcAft>
                <a:spcPts val="0"/>
              </a:spcAft>
              <a:buClr>
                <a:schemeClr val="dk1"/>
              </a:buClr>
              <a:buSzPts val="1100"/>
              <a:buFont typeface="Arial"/>
              <a:buNone/>
            </a:pPr>
            <a:r>
              <a:t/>
            </a:r>
            <a:endParaRPr sz="1800">
              <a:solidFill>
                <a:schemeClr val="dk1"/>
              </a:solidFill>
              <a:latin typeface="Work Sans"/>
              <a:ea typeface="Work Sans"/>
              <a:cs typeface="Work Sans"/>
              <a:sym typeface="Work Sans"/>
            </a:endParaRPr>
          </a:p>
          <a:p>
            <a:pPr indent="0" lvl="0" marL="0" rtl="0" algn="ctr">
              <a:spcBef>
                <a:spcPts val="0"/>
              </a:spcBef>
              <a:spcAft>
                <a:spcPts val="0"/>
              </a:spcAft>
              <a:buNone/>
            </a:pPr>
            <a:r>
              <a:t/>
            </a:r>
            <a:endParaRPr sz="1800">
              <a:solidFill>
                <a:schemeClr val="dk1"/>
              </a:solidFill>
              <a:latin typeface="Work Sans"/>
              <a:ea typeface="Work Sans"/>
              <a:cs typeface="Work Sans"/>
              <a:sym typeface="Work Sans"/>
            </a:endParaRPr>
          </a:p>
        </p:txBody>
      </p:sp>
      <p:pic>
        <p:nvPicPr>
          <p:cNvPr id="920" name="Google Shape;920;p95"/>
          <p:cNvPicPr preferRelativeResize="0"/>
          <p:nvPr/>
        </p:nvPicPr>
        <p:blipFill>
          <a:blip r:embed="rId4">
            <a:alphaModFix/>
          </a:blip>
          <a:stretch>
            <a:fillRect/>
          </a:stretch>
        </p:blipFill>
        <p:spPr>
          <a:xfrm>
            <a:off x="5669681" y="759463"/>
            <a:ext cx="1977195" cy="17988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96"/>
          <p:cNvSpPr txBox="1"/>
          <p:nvPr>
            <p:ph type="title"/>
          </p:nvPr>
        </p:nvSpPr>
        <p:spPr>
          <a:xfrm>
            <a:off x="671775" y="0"/>
            <a:ext cx="7783500" cy="65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b="1" lang="en" sz="2400">
                <a:solidFill>
                  <a:schemeClr val="dk1"/>
                </a:solidFill>
              </a:rPr>
              <a:t>6.4 Homomorphic Encryption</a:t>
            </a:r>
            <a:endParaRPr b="1" sz="2400">
              <a:solidFill>
                <a:schemeClr val="dk1"/>
              </a:solidFill>
            </a:endParaRPr>
          </a:p>
        </p:txBody>
      </p:sp>
      <p:sp>
        <p:nvSpPr>
          <p:cNvPr id="926" name="Google Shape;926;p96"/>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None/>
            </a:pPr>
            <a:r>
              <a:rPr lang="en" sz="1000"/>
              <a:t>ICS 2411: Cryptography</a:t>
            </a:r>
            <a:endParaRPr/>
          </a:p>
        </p:txBody>
      </p:sp>
      <p:sp>
        <p:nvSpPr>
          <p:cNvPr id="927" name="Google Shape;927;p96"/>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SCT211-0255/2021</a:t>
            </a:r>
            <a:endParaRPr/>
          </a:p>
        </p:txBody>
      </p:sp>
      <p:sp>
        <p:nvSpPr>
          <p:cNvPr id="928" name="Google Shape;928;p96"/>
          <p:cNvSpPr txBox="1"/>
          <p:nvPr/>
        </p:nvSpPr>
        <p:spPr>
          <a:xfrm>
            <a:off x="589600" y="739700"/>
            <a:ext cx="8212200" cy="2097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Work Sans Medium"/>
              <a:buChar char="❖"/>
            </a:pPr>
            <a:r>
              <a:rPr lang="en">
                <a:solidFill>
                  <a:schemeClr val="dk1"/>
                </a:solidFill>
                <a:latin typeface="Work Sans Medium"/>
                <a:ea typeface="Work Sans Medium"/>
                <a:cs typeface="Work Sans Medium"/>
                <a:sym typeface="Work Sans Medium"/>
              </a:rPr>
              <a:t>Allows computations on encrypted data </a:t>
            </a:r>
            <a:r>
              <a:rPr b="1" lang="en">
                <a:solidFill>
                  <a:schemeClr val="lt1"/>
                </a:solidFill>
                <a:latin typeface="Work Sans"/>
                <a:ea typeface="Work Sans"/>
                <a:cs typeface="Work Sans"/>
                <a:sym typeface="Work Sans"/>
              </a:rPr>
              <a:t>without decrypting it.</a:t>
            </a:r>
            <a:endParaRPr b="1">
              <a:solidFill>
                <a:schemeClr val="lt1"/>
              </a:solidFill>
              <a:latin typeface="Work Sans"/>
              <a:ea typeface="Work Sans"/>
              <a:cs typeface="Work Sans"/>
              <a:sym typeface="Work Sans"/>
            </a:endParaRPr>
          </a:p>
          <a:p>
            <a:pPr indent="-317500" lvl="0" marL="457200" rtl="0" algn="l">
              <a:lnSpc>
                <a:spcPct val="115000"/>
              </a:lnSpc>
              <a:spcBef>
                <a:spcPts val="0"/>
              </a:spcBef>
              <a:spcAft>
                <a:spcPts val="0"/>
              </a:spcAft>
              <a:buClr>
                <a:schemeClr val="dk1"/>
              </a:buClr>
              <a:buSzPts val="1400"/>
              <a:buFont typeface="Work Sans Medium"/>
              <a:buChar char="❖"/>
            </a:pPr>
            <a:r>
              <a:rPr lang="en">
                <a:solidFill>
                  <a:schemeClr val="dk1"/>
                </a:solidFill>
                <a:latin typeface="Work Sans Medium"/>
                <a:ea typeface="Work Sans Medium"/>
                <a:cs typeface="Work Sans Medium"/>
                <a:sym typeface="Work Sans Medium"/>
              </a:rPr>
              <a:t>Useful in cloud computing, where data security is critical.</a:t>
            </a:r>
            <a:endParaRPr>
              <a:solidFill>
                <a:schemeClr val="dk1"/>
              </a:solidFill>
              <a:latin typeface="Work Sans Medium"/>
              <a:ea typeface="Work Sans Medium"/>
              <a:cs typeface="Work Sans Medium"/>
              <a:sym typeface="Work Sans Medium"/>
            </a:endParaRPr>
          </a:p>
          <a:p>
            <a:pPr indent="-317500" lvl="0" marL="457200" rtl="0" algn="l">
              <a:lnSpc>
                <a:spcPct val="115000"/>
              </a:lnSpc>
              <a:spcBef>
                <a:spcPts val="0"/>
              </a:spcBef>
              <a:spcAft>
                <a:spcPts val="0"/>
              </a:spcAft>
              <a:buClr>
                <a:schemeClr val="dk1"/>
              </a:buClr>
              <a:buSzPts val="1400"/>
              <a:buFont typeface="Work Sans Medium"/>
              <a:buChar char="❖"/>
            </a:pPr>
            <a:r>
              <a:rPr lang="en">
                <a:solidFill>
                  <a:schemeClr val="dk1"/>
                </a:solidFill>
                <a:latin typeface="Work Sans Medium"/>
                <a:ea typeface="Work Sans Medium"/>
                <a:cs typeface="Work Sans Medium"/>
                <a:sym typeface="Work Sans Medium"/>
              </a:rPr>
              <a:t>Example: The RSA cryptosystem allows multiplication of encrypted values without decryption.</a:t>
            </a:r>
            <a:endParaRPr>
              <a:solidFill>
                <a:schemeClr val="dk1"/>
              </a:solidFill>
              <a:latin typeface="Work Sans Medium"/>
              <a:ea typeface="Work Sans Medium"/>
              <a:cs typeface="Work Sans Medium"/>
              <a:sym typeface="Work Sans Medium"/>
            </a:endParaRPr>
          </a:p>
          <a:p>
            <a:pPr indent="-317500" lvl="0" marL="457200" rtl="0" algn="l">
              <a:lnSpc>
                <a:spcPct val="115000"/>
              </a:lnSpc>
              <a:spcBef>
                <a:spcPts val="0"/>
              </a:spcBef>
              <a:spcAft>
                <a:spcPts val="0"/>
              </a:spcAft>
              <a:buClr>
                <a:schemeClr val="dk1"/>
              </a:buClr>
              <a:buSzPts val="1400"/>
              <a:buFont typeface="Work Sans Medium"/>
              <a:buChar char="❖"/>
            </a:pPr>
            <a:r>
              <a:rPr lang="en">
                <a:solidFill>
                  <a:schemeClr val="lt1"/>
                </a:solidFill>
                <a:latin typeface="Work Sans Medium"/>
                <a:ea typeface="Work Sans Medium"/>
                <a:cs typeface="Work Sans Medium"/>
                <a:sym typeface="Work Sans Medium"/>
              </a:rPr>
              <a:t>Fully Homomorphic Encryption (FHE):</a:t>
            </a:r>
            <a:r>
              <a:rPr lang="en">
                <a:solidFill>
                  <a:schemeClr val="dk1"/>
                </a:solidFill>
                <a:latin typeface="Work Sans Medium"/>
                <a:ea typeface="Work Sans Medium"/>
                <a:cs typeface="Work Sans Medium"/>
                <a:sym typeface="Work Sans Medium"/>
              </a:rPr>
              <a:t> A theoretical system allowing both addition and multiplication on encrypted data.</a:t>
            </a:r>
            <a:endParaRPr>
              <a:solidFill>
                <a:schemeClr val="dk1"/>
              </a:solidFill>
              <a:latin typeface="Work Sans Medium"/>
              <a:ea typeface="Work Sans Medium"/>
              <a:cs typeface="Work Sans Medium"/>
              <a:sym typeface="Work Sans Medium"/>
            </a:endParaRPr>
          </a:p>
        </p:txBody>
      </p:sp>
      <p:sp>
        <p:nvSpPr>
          <p:cNvPr id="929" name="Google Shape;929;p96"/>
          <p:cNvSpPr txBox="1"/>
          <p:nvPr/>
        </p:nvSpPr>
        <p:spPr>
          <a:xfrm>
            <a:off x="2491150" y="3125925"/>
            <a:ext cx="4287000" cy="101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3600">
                <a:solidFill>
                  <a:schemeClr val="lt1"/>
                </a:solidFill>
                <a:latin typeface="Unbounded SemiBold"/>
                <a:ea typeface="Unbounded SemiBold"/>
                <a:cs typeface="Unbounded SemiBold"/>
                <a:sym typeface="Unbounded SemiBold"/>
              </a:rPr>
              <a:t>The End</a:t>
            </a:r>
            <a:endParaRPr i="1" sz="3600">
              <a:solidFill>
                <a:schemeClr val="lt1"/>
              </a:solidFill>
              <a:latin typeface="Unbounded SemiBold"/>
              <a:ea typeface="Unbounded SemiBold"/>
              <a:cs typeface="Unbounded SemiBold"/>
              <a:sym typeface="Unbounded Semi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op Facilitation">
  <a:themeElements>
    <a:clrScheme name="Simple Light">
      <a:dk1>
        <a:srgbClr val="000000"/>
      </a:dk1>
      <a:lt1>
        <a:srgbClr val="E02D00"/>
      </a:lt1>
      <a:dk2>
        <a:srgbClr val="FCFCFC"/>
      </a:dk2>
      <a:lt2>
        <a:srgbClr val="909090"/>
      </a:lt2>
      <a:accent1>
        <a:srgbClr val="F1F55A"/>
      </a:accent1>
      <a:accent2>
        <a:srgbClr val="F8920A"/>
      </a:accent2>
      <a:accent3>
        <a:srgbClr val="D15E00"/>
      </a:accent3>
      <a:accent4>
        <a:srgbClr val="FFC9B5"/>
      </a:accent4>
      <a:accent5>
        <a:srgbClr val="B7CCA9"/>
      </a:accent5>
      <a:accent6>
        <a:srgbClr val="D5C5C8"/>
      </a:accent6>
      <a:hlink>
        <a:srgbClr val="E02D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